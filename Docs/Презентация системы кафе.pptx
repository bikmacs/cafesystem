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13"/>
  </p:notesMasterIdLst>
  <p:sldIdLst>
    <p:sldId id="256" r:id="rId2"/>
    <p:sldId id="262" r:id="rId3"/>
    <p:sldId id="306" r:id="rId4"/>
    <p:sldId id="258" r:id="rId5"/>
    <p:sldId id="259" r:id="rId6"/>
    <p:sldId id="263" r:id="rId7"/>
    <p:sldId id="264" r:id="rId8"/>
    <p:sldId id="305" r:id="rId9"/>
    <p:sldId id="276" r:id="rId10"/>
    <p:sldId id="281" r:id="rId11"/>
    <p:sldId id="288" r:id="rId12"/>
  </p:sldIdLst>
  <p:sldSz cx="9144000" cy="5143500" type="screen16x9"/>
  <p:notesSz cx="6858000" cy="9144000"/>
  <p:embeddedFontLst>
    <p:embeddedFont>
      <p:font typeface="Montserrat" panose="00000500000000000000" pitchFamily="2" charset="-52"/>
      <p:regular r:id="rId14"/>
      <p:bold r:id="rId15"/>
    </p:embeddedFont>
    <p:embeddedFont>
      <p:font typeface="Montserrat ExtraBold" panose="00000900000000000000" pitchFamily="2" charset="-52"/>
      <p:bold r:id="rId16"/>
    </p:embeddedFont>
    <p:embeddedFont>
      <p:font typeface="Montserrat ExtraLight" panose="00000300000000000000" pitchFamily="2" charset="-52"/>
      <p:regular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4128FE8-8AC3-4A6B-BA4F-8389488A9B04}">
  <a:tblStyle styleId="{24128FE8-8AC3-4A6B-BA4F-8389488A9B0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30C6A2E-FCCB-5840-DF77-A72239BC3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7f9262ee2f_0_26276:notes">
            <a:extLst>
              <a:ext uri="{FF2B5EF4-FFF2-40B4-BE49-F238E27FC236}">
                <a16:creationId xmlns:a16="http://schemas.microsoft.com/office/drawing/2014/main" id="{EC1FE2D9-CB32-EAB3-0122-B9569DF284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7f9262ee2f_0_26276:notes">
            <a:extLst>
              <a:ext uri="{FF2B5EF4-FFF2-40B4-BE49-F238E27FC236}">
                <a16:creationId xmlns:a16="http://schemas.microsoft.com/office/drawing/2014/main" id="{30D4A7DA-6232-16B6-250C-2B3265FD8C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3272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7f9262ee2f_0_26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7f9262ee2f_0_26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7290233416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7290233416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7f9262ee2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7f9262ee2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7f9262ee2f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7f9262ee2f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>
          <a:extLst>
            <a:ext uri="{FF2B5EF4-FFF2-40B4-BE49-F238E27FC236}">
              <a16:creationId xmlns:a16="http://schemas.microsoft.com/office/drawing/2014/main" id="{A0CFE08D-C5D5-3233-BB16-750F392C8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7f9262ee2f_0_18:notes">
            <a:extLst>
              <a:ext uri="{FF2B5EF4-FFF2-40B4-BE49-F238E27FC236}">
                <a16:creationId xmlns:a16="http://schemas.microsoft.com/office/drawing/2014/main" id="{C12D190F-FD31-D8DC-B29C-95D8BAE3A2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7f9262ee2f_0_18:notes">
            <a:extLst>
              <a:ext uri="{FF2B5EF4-FFF2-40B4-BE49-F238E27FC236}">
                <a16:creationId xmlns:a16="http://schemas.microsoft.com/office/drawing/2014/main" id="{0368FF88-16F0-B1E1-E20D-5AD2ED3578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62136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0" name="Google Shape;2000;g7f9262ee2f_0_262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1" name="Google Shape;2001;g7f9262ee2f_0_262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4" name="Google Shape;2094;g7f9262ee2f_0_26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5" name="Google Shape;2095;g7f9262ee2f_0_26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7" name="Google Shape;2187;g7f9262ee2f_0_26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8" name="Google Shape;2188;g7f9262ee2f_0_26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Пустой слайд"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TITLE_AND_DESCRIPTION_1_1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353849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subTitle" idx="1"/>
          </p:nvPr>
        </p:nvSpPr>
        <p:spPr>
          <a:xfrm>
            <a:off x="353849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title" idx="2"/>
          </p:nvPr>
        </p:nvSpPr>
        <p:spPr>
          <a:xfrm>
            <a:off x="6028553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ubTitle" idx="3"/>
          </p:nvPr>
        </p:nvSpPr>
        <p:spPr>
          <a:xfrm>
            <a:off x="6028553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title" idx="4"/>
          </p:nvPr>
        </p:nvSpPr>
        <p:spPr>
          <a:xfrm>
            <a:off x="104844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subTitle" idx="5"/>
          </p:nvPr>
        </p:nvSpPr>
        <p:spPr>
          <a:xfrm>
            <a:off x="104844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title" idx="6" hasCustomPrompt="1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4"/>
          <p:cNvSpPr txBox="1">
            <a:spLocks noGrp="1"/>
          </p:cNvSpPr>
          <p:nvPr>
            <p:ph type="title" idx="7" hasCustomPrompt="1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14"/>
          <p:cNvSpPr txBox="1">
            <a:spLocks noGrp="1"/>
          </p:cNvSpPr>
          <p:nvPr>
            <p:ph type="title" idx="8" hasCustomPrompt="1"/>
          </p:nvPr>
        </p:nvSpPr>
        <p:spPr>
          <a:xfrm>
            <a:off x="60285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ext">
  <p:cSld name="TITLE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4285500" y="2832875"/>
            <a:ext cx="3657300" cy="644700"/>
          </a:xfrm>
          <a:prstGeom prst="rect">
            <a:avLst/>
          </a:prstGeom>
          <a:effectLst>
            <a:outerShdw blurRad="57150" dist="19050" dir="5400000" algn="bl" rotWithShape="0">
              <a:srgbClr val="76A5AF">
                <a:alpha val="88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4144050" y="3549850"/>
            <a:ext cx="394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wo Columns">
  <p:cSld name="SECTION_TITLE_AND_DESCRIPTION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7"/>
          <p:cNvSpPr txBox="1">
            <a:spLocks noGrp="1"/>
          </p:cNvSpPr>
          <p:nvPr>
            <p:ph type="title"/>
          </p:nvPr>
        </p:nvSpPr>
        <p:spPr>
          <a:xfrm>
            <a:off x="1937338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subTitle" idx="1"/>
          </p:nvPr>
        </p:nvSpPr>
        <p:spPr>
          <a:xfrm>
            <a:off x="1937338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title" idx="2"/>
          </p:nvPr>
        </p:nvSpPr>
        <p:spPr>
          <a:xfrm>
            <a:off x="4816563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subTitle" idx="3"/>
          </p:nvPr>
        </p:nvSpPr>
        <p:spPr>
          <a:xfrm>
            <a:off x="4816563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hree Columns ">
  <p:cSld name="SECTION_TITLE_AND_DESCRIPTION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>
            <a:spLocks noGrp="1"/>
          </p:cNvSpPr>
          <p:nvPr>
            <p:ph type="title"/>
          </p:nvPr>
        </p:nvSpPr>
        <p:spPr>
          <a:xfrm>
            <a:off x="353849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68" name="Google Shape;68;p18"/>
          <p:cNvSpPr txBox="1">
            <a:spLocks noGrp="1"/>
          </p:cNvSpPr>
          <p:nvPr>
            <p:ph type="subTitle" idx="1"/>
          </p:nvPr>
        </p:nvSpPr>
        <p:spPr>
          <a:xfrm>
            <a:off x="353849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69" name="Google Shape;69;p18"/>
          <p:cNvSpPr txBox="1">
            <a:spLocks noGrp="1"/>
          </p:cNvSpPr>
          <p:nvPr>
            <p:ph type="title" idx="2"/>
          </p:nvPr>
        </p:nvSpPr>
        <p:spPr>
          <a:xfrm>
            <a:off x="6028553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subTitle" idx="3"/>
          </p:nvPr>
        </p:nvSpPr>
        <p:spPr>
          <a:xfrm>
            <a:off x="6028553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title" idx="5"/>
          </p:nvPr>
        </p:nvSpPr>
        <p:spPr>
          <a:xfrm>
            <a:off x="104844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subTitle" idx="6"/>
          </p:nvPr>
        </p:nvSpPr>
        <p:spPr>
          <a:xfrm>
            <a:off x="104844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Four Columns">
  <p:cSld name="TITLE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93" name="Google Shape;93;p25"/>
          <p:cNvSpPr txBox="1">
            <a:spLocks noGrp="1"/>
          </p:cNvSpPr>
          <p:nvPr>
            <p:ph type="title" idx="2"/>
          </p:nvPr>
        </p:nvSpPr>
        <p:spPr>
          <a:xfrm>
            <a:off x="898386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94" name="Google Shape;94;p25"/>
          <p:cNvSpPr txBox="1">
            <a:spLocks noGrp="1"/>
          </p:cNvSpPr>
          <p:nvPr>
            <p:ph type="subTitle" idx="1"/>
          </p:nvPr>
        </p:nvSpPr>
        <p:spPr>
          <a:xfrm>
            <a:off x="898389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95" name="Google Shape;95;p25"/>
          <p:cNvSpPr txBox="1">
            <a:spLocks noGrp="1"/>
          </p:cNvSpPr>
          <p:nvPr>
            <p:ph type="title" idx="3"/>
          </p:nvPr>
        </p:nvSpPr>
        <p:spPr>
          <a:xfrm>
            <a:off x="2790261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96" name="Google Shape;96;p25"/>
          <p:cNvSpPr txBox="1">
            <a:spLocks noGrp="1"/>
          </p:cNvSpPr>
          <p:nvPr>
            <p:ph type="subTitle" idx="4"/>
          </p:nvPr>
        </p:nvSpPr>
        <p:spPr>
          <a:xfrm>
            <a:off x="2790264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97" name="Google Shape;97;p25"/>
          <p:cNvSpPr txBox="1">
            <a:spLocks noGrp="1"/>
          </p:cNvSpPr>
          <p:nvPr>
            <p:ph type="title" idx="5"/>
          </p:nvPr>
        </p:nvSpPr>
        <p:spPr>
          <a:xfrm>
            <a:off x="4682136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98" name="Google Shape;98;p25"/>
          <p:cNvSpPr txBox="1">
            <a:spLocks noGrp="1"/>
          </p:cNvSpPr>
          <p:nvPr>
            <p:ph type="subTitle" idx="6"/>
          </p:nvPr>
        </p:nvSpPr>
        <p:spPr>
          <a:xfrm>
            <a:off x="4682139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99" name="Google Shape;99;p25"/>
          <p:cNvSpPr txBox="1">
            <a:spLocks noGrp="1"/>
          </p:cNvSpPr>
          <p:nvPr>
            <p:ph type="title" idx="7"/>
          </p:nvPr>
        </p:nvSpPr>
        <p:spPr>
          <a:xfrm>
            <a:off x="6574011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00" name="Google Shape;100;p25"/>
          <p:cNvSpPr txBox="1">
            <a:spLocks noGrp="1"/>
          </p:cNvSpPr>
          <p:nvPr>
            <p:ph type="subTitle" idx="8"/>
          </p:nvPr>
        </p:nvSpPr>
        <p:spPr>
          <a:xfrm>
            <a:off x="6574014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Four Columns 1">
  <p:cSld name="TITLE_1_1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8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0436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24" name="Google Shape;124;p28"/>
          <p:cNvSpPr txBox="1">
            <a:spLocks noGrp="1"/>
          </p:cNvSpPr>
          <p:nvPr>
            <p:ph type="title" idx="2"/>
          </p:nvPr>
        </p:nvSpPr>
        <p:spPr>
          <a:xfrm>
            <a:off x="1338238" y="2359825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25" name="Google Shape;125;p28"/>
          <p:cNvSpPr txBox="1">
            <a:spLocks noGrp="1"/>
          </p:cNvSpPr>
          <p:nvPr>
            <p:ph type="subTitle" idx="1"/>
          </p:nvPr>
        </p:nvSpPr>
        <p:spPr>
          <a:xfrm>
            <a:off x="1338238" y="1713051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26" name="Google Shape;126;p28"/>
          <p:cNvSpPr txBox="1">
            <a:spLocks noGrp="1"/>
          </p:cNvSpPr>
          <p:nvPr>
            <p:ph type="title" idx="3"/>
          </p:nvPr>
        </p:nvSpPr>
        <p:spPr>
          <a:xfrm>
            <a:off x="1338238" y="3988950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27" name="Google Shape;127;p28"/>
          <p:cNvSpPr txBox="1">
            <a:spLocks noGrp="1"/>
          </p:cNvSpPr>
          <p:nvPr>
            <p:ph type="subTitle" idx="4"/>
          </p:nvPr>
        </p:nvSpPr>
        <p:spPr>
          <a:xfrm>
            <a:off x="1338238" y="3342176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28" name="Google Shape;128;p28"/>
          <p:cNvSpPr txBox="1">
            <a:spLocks noGrp="1"/>
          </p:cNvSpPr>
          <p:nvPr>
            <p:ph type="title" idx="5"/>
          </p:nvPr>
        </p:nvSpPr>
        <p:spPr>
          <a:xfrm>
            <a:off x="5078163" y="2359825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29" name="Google Shape;129;p28"/>
          <p:cNvSpPr txBox="1">
            <a:spLocks noGrp="1"/>
          </p:cNvSpPr>
          <p:nvPr>
            <p:ph type="subTitle" idx="6"/>
          </p:nvPr>
        </p:nvSpPr>
        <p:spPr>
          <a:xfrm>
            <a:off x="5078163" y="1713051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30" name="Google Shape;130;p28"/>
          <p:cNvSpPr txBox="1">
            <a:spLocks noGrp="1"/>
          </p:cNvSpPr>
          <p:nvPr>
            <p:ph type="title" idx="7"/>
          </p:nvPr>
        </p:nvSpPr>
        <p:spPr>
          <a:xfrm>
            <a:off x="5078163" y="3988950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31" name="Google Shape;131;p28"/>
          <p:cNvSpPr txBox="1">
            <a:spLocks noGrp="1"/>
          </p:cNvSpPr>
          <p:nvPr>
            <p:ph type="subTitle" idx="8"/>
          </p:nvPr>
        </p:nvSpPr>
        <p:spPr>
          <a:xfrm>
            <a:off x="5078163" y="3342176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Bullet points 1">
  <p:cSld name="SECTION_TITLE_AND_DESCRIPTION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50" name="Google Shape;150;p34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ExtraBold"/>
              <a:buNone/>
              <a:defRPr sz="2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8" r:id="rId4"/>
    <p:sldLayoutId id="2147483660" r:id="rId5"/>
    <p:sldLayoutId id="2147483661" r:id="rId6"/>
    <p:sldLayoutId id="2147483663" r:id="rId7"/>
    <p:sldLayoutId id="2147483664" r:id="rId8"/>
    <p:sldLayoutId id="2147483671" r:id="rId9"/>
    <p:sldLayoutId id="2147483674" r:id="rId10"/>
    <p:sldLayoutId id="214748368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3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37.png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8"/>
          <p:cNvSpPr txBox="1">
            <a:spLocks noGrp="1"/>
          </p:cNvSpPr>
          <p:nvPr>
            <p:ph type="ctrTitle"/>
          </p:nvPr>
        </p:nvSpPr>
        <p:spPr>
          <a:xfrm>
            <a:off x="545523" y="1283439"/>
            <a:ext cx="8052954" cy="1252132"/>
          </a:xfrm>
          <a:prstGeom prst="rect">
            <a:avLst/>
          </a:prstGeom>
          <a:effectLst>
            <a:outerShdw blurRad="142875" dist="19050" dir="87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2400" dirty="0"/>
              <a:t>РАЗРАБОТКА  АВТОМАТИЗИРОВАННОЙ СИСТЕМЫ КАФЕ</a:t>
            </a:r>
            <a:endParaRPr sz="2400" dirty="0"/>
          </a:p>
        </p:txBody>
      </p:sp>
      <p:sp>
        <p:nvSpPr>
          <p:cNvPr id="163" name="Google Shape;163;p38"/>
          <p:cNvSpPr txBox="1">
            <a:spLocks noGrp="1"/>
          </p:cNvSpPr>
          <p:nvPr>
            <p:ph type="subTitle" idx="1"/>
          </p:nvPr>
        </p:nvSpPr>
        <p:spPr>
          <a:xfrm>
            <a:off x="2044200" y="3670882"/>
            <a:ext cx="50556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dirty="0"/>
              <a:t>ГАПОУ СО «ЕКТС»</a:t>
            </a:r>
            <a:endParaRPr dirty="0"/>
          </a:p>
        </p:txBody>
      </p:sp>
      <p:sp>
        <p:nvSpPr>
          <p:cNvPr id="164" name="Google Shape;164;p38"/>
          <p:cNvSpPr txBox="1">
            <a:spLocks noGrp="1"/>
          </p:cNvSpPr>
          <p:nvPr>
            <p:ph type="ctrTitle"/>
          </p:nvPr>
        </p:nvSpPr>
        <p:spPr>
          <a:xfrm>
            <a:off x="2941650" y="2624375"/>
            <a:ext cx="3260700" cy="464700"/>
          </a:xfrm>
          <a:prstGeom prst="rect">
            <a:avLst/>
          </a:prstGeom>
          <a:effectLst>
            <a:outerShdw blurRad="100013" dist="19050" dir="84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2400" dirty="0"/>
              <a:t>Курсовой проект</a:t>
            </a:r>
            <a:endParaRPr sz="2200" b="0" dirty="0">
              <a:latin typeface="Montserrat ExtraLight"/>
              <a:ea typeface="Montserrat ExtraLight"/>
              <a:cs typeface="Montserrat ExtraLight"/>
              <a:sym typeface="Montserrat ExtraLight"/>
            </a:endParaRPr>
          </a:p>
        </p:txBody>
      </p:sp>
      <p:cxnSp>
        <p:nvCxnSpPr>
          <p:cNvPr id="165" name="Google Shape;165;p38"/>
          <p:cNvCxnSpPr/>
          <p:nvPr/>
        </p:nvCxnSpPr>
        <p:spPr>
          <a:xfrm>
            <a:off x="3190500" y="25651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Google Shape;200;p42">
            <a:extLst>
              <a:ext uri="{FF2B5EF4-FFF2-40B4-BE49-F238E27FC236}">
                <a16:creationId xmlns:a16="http://schemas.microsoft.com/office/drawing/2014/main" id="{08E998C2-F7CA-173F-C92C-8C60F377036B}"/>
              </a:ext>
            </a:extLst>
          </p:cNvPr>
          <p:cNvSpPr txBox="1">
            <a:spLocks/>
          </p:cNvSpPr>
          <p:nvPr/>
        </p:nvSpPr>
        <p:spPr>
          <a:xfrm>
            <a:off x="5211246" y="4135582"/>
            <a:ext cx="3863482" cy="883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r"/>
            <a:r>
              <a:rPr lang="ru-RU">
                <a:solidFill>
                  <a:schemeClr val="bg1"/>
                </a:solidFill>
              </a:rPr>
              <a:t>Выполнил</a:t>
            </a:r>
            <a:r>
              <a:rPr lang="en-US">
                <a:solidFill>
                  <a:schemeClr val="bg1"/>
                </a:solidFill>
              </a:rPr>
              <a:t>: </a:t>
            </a:r>
            <a:r>
              <a:rPr lang="ru-RU">
                <a:solidFill>
                  <a:schemeClr val="bg1"/>
                </a:solidFill>
              </a:rPr>
              <a:t>студент группы ПР-41  Шмелев Максим</a:t>
            </a:r>
          </a:p>
          <a:p>
            <a:pPr algn="r"/>
            <a:r>
              <a:rPr lang="ru-RU">
                <a:solidFill>
                  <a:schemeClr val="bg1"/>
                </a:solidFill>
              </a:rPr>
              <a:t>Руководитель</a:t>
            </a:r>
            <a:r>
              <a:rPr lang="en-US">
                <a:solidFill>
                  <a:schemeClr val="bg1"/>
                </a:solidFill>
              </a:rPr>
              <a:t>: </a:t>
            </a:r>
            <a:r>
              <a:rPr lang="ru-RU">
                <a:solidFill>
                  <a:schemeClr val="bg1"/>
                </a:solidFill>
              </a:rPr>
              <a:t>Гариев Д</a:t>
            </a:r>
            <a:r>
              <a:rPr lang="en-US">
                <a:solidFill>
                  <a:schemeClr val="bg1"/>
                </a:solidFill>
              </a:rPr>
              <a:t>.</a:t>
            </a:r>
            <a:r>
              <a:rPr lang="ru-RU">
                <a:solidFill>
                  <a:schemeClr val="bg1"/>
                </a:solidFill>
              </a:rPr>
              <a:t>О</a:t>
            </a:r>
            <a:endParaRPr lang="ru-RU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accent1"/>
                </a:solidFill>
              </a:rPr>
              <a:t>АКУТУАЛЬНОСТЬ ПРОЕКТА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15" name="Google Shape;215;p44"/>
          <p:cNvSpPr txBox="1">
            <a:spLocks noGrp="1"/>
          </p:cNvSpPr>
          <p:nvPr>
            <p:ph type="body" idx="1"/>
          </p:nvPr>
        </p:nvSpPr>
        <p:spPr>
          <a:xfrm>
            <a:off x="814586" y="1417427"/>
            <a:ext cx="5482305" cy="33283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ru-RU" sz="1600" b="1" dirty="0"/>
              <a:t>Актуальность:</a:t>
            </a:r>
            <a:r>
              <a:rPr lang="ru-RU" sz="1600" dirty="0"/>
              <a:t> Ручной учет заказов (блокноты) приводит к ошибкам и воровству. Высокая конкуренция требует скорости обслуживания.</a:t>
            </a:r>
          </a:p>
          <a:p>
            <a:pPr>
              <a:lnSpc>
                <a:spcPct val="150000"/>
              </a:lnSpc>
            </a:pPr>
            <a:endParaRPr lang="ru-RU" sz="1600" dirty="0"/>
          </a:p>
          <a:p>
            <a:pPr>
              <a:lnSpc>
                <a:spcPct val="150000"/>
              </a:lnSpc>
            </a:pPr>
            <a:r>
              <a:rPr lang="ru-RU" sz="1600" b="1" dirty="0"/>
              <a:t>Предметная область:</a:t>
            </a:r>
            <a:r>
              <a:rPr lang="ru-RU" sz="1600" dirty="0"/>
              <a:t> Автоматизация процессов в общепите: прием заказа, передача на кухню, расчет стоимости.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cxnSp>
        <p:nvCxnSpPr>
          <p:cNvPr id="216" name="Google Shape;216;p44"/>
          <p:cNvCxnSpPr>
            <a:cxnSpLocks/>
          </p:cNvCxnSpPr>
          <p:nvPr/>
        </p:nvCxnSpPr>
        <p:spPr>
          <a:xfrm>
            <a:off x="1026200" y="414022"/>
            <a:ext cx="3005473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D90B8153-81E8-97B0-0BEF-B6B3BF553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14;p44">
            <a:extLst>
              <a:ext uri="{FF2B5EF4-FFF2-40B4-BE49-F238E27FC236}">
                <a16:creationId xmlns:a16="http://schemas.microsoft.com/office/drawing/2014/main" id="{73397881-8A3B-0D56-B999-71D47BA1E34E}"/>
              </a:ext>
            </a:extLst>
          </p:cNvPr>
          <p:cNvSpPr txBox="1">
            <a:spLocks/>
          </p:cNvSpPr>
          <p:nvPr/>
        </p:nvSpPr>
        <p:spPr>
          <a:xfrm>
            <a:off x="3180258" y="608053"/>
            <a:ext cx="2210896" cy="533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dirty="0">
                <a:solidFill>
                  <a:schemeClr val="accent1"/>
                </a:solidFill>
              </a:rPr>
              <a:t>ЦЕЛИ ПРОЕКТА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C5E1E97E-21A0-865F-09E2-6642F7951F65}"/>
              </a:ext>
            </a:extLst>
          </p:cNvPr>
          <p:cNvSpPr txBox="1"/>
          <p:nvPr/>
        </p:nvSpPr>
        <p:spPr>
          <a:xfrm>
            <a:off x="1918855" y="1771531"/>
            <a:ext cx="562494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</a:rPr>
              <a:t>Целью курсового проекта является разработка автоматизированной системы, состоящей из серверной части и клиентского приложения, для автоматизации обработки заказов в кафе.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172" name="Прямая соединительная линия 171">
            <a:extLst>
              <a:ext uri="{FF2B5EF4-FFF2-40B4-BE49-F238E27FC236}">
                <a16:creationId xmlns:a16="http://schemas.microsoft.com/office/drawing/2014/main" id="{137D29DF-E95F-2F14-2E95-0804F51104D1}"/>
              </a:ext>
            </a:extLst>
          </p:cNvPr>
          <p:cNvCxnSpPr/>
          <p:nvPr/>
        </p:nvCxnSpPr>
        <p:spPr>
          <a:xfrm>
            <a:off x="1773382" y="1771531"/>
            <a:ext cx="0" cy="15050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7947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0"/>
          <p:cNvSpPr txBox="1">
            <a:spLocks noGrp="1"/>
          </p:cNvSpPr>
          <p:nvPr>
            <p:ph type="title" idx="6"/>
          </p:nvPr>
        </p:nvSpPr>
        <p:spPr>
          <a:xfrm>
            <a:off x="696260" y="2129076"/>
            <a:ext cx="174386" cy="49592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1</a:t>
            </a:r>
            <a:endParaRPr sz="3200" dirty="0"/>
          </a:p>
        </p:txBody>
      </p:sp>
      <p:sp>
        <p:nvSpPr>
          <p:cNvPr id="179" name="Google Shape;179;p40"/>
          <p:cNvSpPr txBox="1">
            <a:spLocks noGrp="1"/>
          </p:cNvSpPr>
          <p:nvPr>
            <p:ph type="title"/>
          </p:nvPr>
        </p:nvSpPr>
        <p:spPr>
          <a:xfrm>
            <a:off x="1493899" y="2845437"/>
            <a:ext cx="1403172" cy="49209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/>
              <a:t>Обзор</a:t>
            </a:r>
            <a:br>
              <a:rPr lang="ru-RU" sz="1600" dirty="0"/>
            </a:br>
            <a:r>
              <a:rPr lang="ru-RU" sz="1600" dirty="0"/>
              <a:t>Аналогов</a:t>
            </a:r>
            <a:endParaRPr sz="1600" dirty="0"/>
          </a:p>
        </p:txBody>
      </p:sp>
      <p:sp>
        <p:nvSpPr>
          <p:cNvPr id="181" name="Google Shape;181;p40"/>
          <p:cNvSpPr txBox="1">
            <a:spLocks noGrp="1"/>
          </p:cNvSpPr>
          <p:nvPr>
            <p:ph type="title" idx="2"/>
          </p:nvPr>
        </p:nvSpPr>
        <p:spPr>
          <a:xfrm>
            <a:off x="2848424" y="2636156"/>
            <a:ext cx="1374236" cy="69008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/>
              <a:t>База данных</a:t>
            </a:r>
            <a:endParaRPr sz="1600" dirty="0"/>
          </a:p>
        </p:txBody>
      </p:sp>
      <p:sp>
        <p:nvSpPr>
          <p:cNvPr id="182" name="Google Shape;182;p40"/>
          <p:cNvSpPr txBox="1">
            <a:spLocks noGrp="1"/>
          </p:cNvSpPr>
          <p:nvPr>
            <p:ph type="subTitle" idx="3"/>
          </p:nvPr>
        </p:nvSpPr>
        <p:spPr>
          <a:xfrm>
            <a:off x="2902675" y="3368911"/>
            <a:ext cx="1384185" cy="1110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ru-RU" dirty="0">
                <a:latin typeface="Montserrat" panose="00000500000000000000" pitchFamily="2" charset="-52"/>
              </a:rPr>
              <a:t>Реализация БД и логической структуры</a:t>
            </a:r>
            <a:endParaRPr lang="en-US" dirty="0">
              <a:latin typeface="Montserrat" panose="00000500000000000000" pitchFamily="2" charset="-52"/>
            </a:endParaRPr>
          </a:p>
        </p:txBody>
      </p:sp>
      <p:sp>
        <p:nvSpPr>
          <p:cNvPr id="183" name="Google Shape;183;p40"/>
          <p:cNvSpPr txBox="1">
            <a:spLocks noGrp="1"/>
          </p:cNvSpPr>
          <p:nvPr>
            <p:ph type="title" idx="4"/>
          </p:nvPr>
        </p:nvSpPr>
        <p:spPr>
          <a:xfrm>
            <a:off x="-25017" y="2727703"/>
            <a:ext cx="1603822" cy="57737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/>
              <a:t>Предметная область</a:t>
            </a:r>
            <a:endParaRPr sz="1400" dirty="0"/>
          </a:p>
        </p:txBody>
      </p:sp>
      <p:sp>
        <p:nvSpPr>
          <p:cNvPr id="184" name="Google Shape;184;p40"/>
          <p:cNvSpPr txBox="1">
            <a:spLocks noGrp="1"/>
          </p:cNvSpPr>
          <p:nvPr>
            <p:ph type="subTitle" idx="5"/>
          </p:nvPr>
        </p:nvSpPr>
        <p:spPr>
          <a:xfrm>
            <a:off x="30777" y="3352121"/>
            <a:ext cx="1548028" cy="10221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dirty="0">
                <a:latin typeface="Montserrat" panose="00000500000000000000" pitchFamily="2" charset="-52"/>
              </a:rPr>
              <a:t>Выполнить анализ предметной области</a:t>
            </a:r>
            <a:endParaRPr dirty="0">
              <a:latin typeface="Montserrat" panose="00000500000000000000" pitchFamily="2" charset="-52"/>
            </a:endParaRPr>
          </a:p>
        </p:txBody>
      </p:sp>
      <p:sp>
        <p:nvSpPr>
          <p:cNvPr id="185" name="Google Shape;185;p40"/>
          <p:cNvSpPr txBox="1">
            <a:spLocks noGrp="1"/>
          </p:cNvSpPr>
          <p:nvPr>
            <p:ph type="title" idx="7"/>
          </p:nvPr>
        </p:nvSpPr>
        <p:spPr>
          <a:xfrm>
            <a:off x="2041002" y="2129076"/>
            <a:ext cx="236339" cy="49592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2</a:t>
            </a:r>
            <a:endParaRPr sz="3200" dirty="0"/>
          </a:p>
        </p:txBody>
      </p:sp>
      <p:sp>
        <p:nvSpPr>
          <p:cNvPr id="186" name="Google Shape;186;p40"/>
          <p:cNvSpPr txBox="1">
            <a:spLocks noGrp="1"/>
          </p:cNvSpPr>
          <p:nvPr>
            <p:ph type="title" idx="8"/>
          </p:nvPr>
        </p:nvSpPr>
        <p:spPr>
          <a:xfrm>
            <a:off x="3466255" y="2139120"/>
            <a:ext cx="236341" cy="48574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3</a:t>
            </a:r>
            <a:endParaRPr sz="3200" dirty="0"/>
          </a:p>
        </p:txBody>
      </p:sp>
      <p:cxnSp>
        <p:nvCxnSpPr>
          <p:cNvPr id="187" name="Google Shape;187;p40"/>
          <p:cNvCxnSpPr>
            <a:cxnSpLocks/>
          </p:cNvCxnSpPr>
          <p:nvPr/>
        </p:nvCxnSpPr>
        <p:spPr>
          <a:xfrm>
            <a:off x="696335" y="2624997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88" name="Google Shape;188;p40"/>
          <p:cNvCxnSpPr>
            <a:cxnSpLocks/>
          </p:cNvCxnSpPr>
          <p:nvPr/>
        </p:nvCxnSpPr>
        <p:spPr>
          <a:xfrm>
            <a:off x="2059484" y="2615988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89" name="Google Shape;189;p40"/>
          <p:cNvCxnSpPr>
            <a:cxnSpLocks/>
          </p:cNvCxnSpPr>
          <p:nvPr/>
        </p:nvCxnSpPr>
        <p:spPr>
          <a:xfrm>
            <a:off x="3447773" y="2624997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8" name="Google Shape;181;p40">
            <a:extLst>
              <a:ext uri="{FF2B5EF4-FFF2-40B4-BE49-F238E27FC236}">
                <a16:creationId xmlns:a16="http://schemas.microsoft.com/office/drawing/2014/main" id="{E5443803-FCB1-6FD2-91BF-5BB3DD9D0963}"/>
              </a:ext>
            </a:extLst>
          </p:cNvPr>
          <p:cNvSpPr txBox="1">
            <a:spLocks/>
          </p:cNvSpPr>
          <p:nvPr/>
        </p:nvSpPr>
        <p:spPr>
          <a:xfrm>
            <a:off x="4256798" y="2685033"/>
            <a:ext cx="1440371" cy="640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1600" dirty="0"/>
              <a:t>Серверная часть</a:t>
            </a:r>
            <a:endParaRPr lang="en-US" sz="1600" dirty="0"/>
          </a:p>
        </p:txBody>
      </p:sp>
      <p:sp>
        <p:nvSpPr>
          <p:cNvPr id="9" name="Google Shape;182;p40">
            <a:extLst>
              <a:ext uri="{FF2B5EF4-FFF2-40B4-BE49-F238E27FC236}">
                <a16:creationId xmlns:a16="http://schemas.microsoft.com/office/drawing/2014/main" id="{BDE9F2EF-1DFE-6E50-4D89-D7D06324A0D8}"/>
              </a:ext>
            </a:extLst>
          </p:cNvPr>
          <p:cNvSpPr txBox="1">
            <a:spLocks/>
          </p:cNvSpPr>
          <p:nvPr/>
        </p:nvSpPr>
        <p:spPr>
          <a:xfrm>
            <a:off x="4252522" y="3344827"/>
            <a:ext cx="1549525" cy="1092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ru-RU" dirty="0">
                <a:latin typeface="Montserrat" panose="00000500000000000000" pitchFamily="2" charset="-52"/>
              </a:rPr>
              <a:t>Реализация серверной части через </a:t>
            </a:r>
            <a:r>
              <a:rPr lang="en-US" dirty="0">
                <a:latin typeface="Montserrat" panose="00000500000000000000" pitchFamily="2" charset="-52"/>
              </a:rPr>
              <a:t>ASP.NET Core.</a:t>
            </a:r>
          </a:p>
        </p:txBody>
      </p:sp>
      <p:sp>
        <p:nvSpPr>
          <p:cNvPr id="10" name="Google Shape;186;p40">
            <a:extLst>
              <a:ext uri="{FF2B5EF4-FFF2-40B4-BE49-F238E27FC236}">
                <a16:creationId xmlns:a16="http://schemas.microsoft.com/office/drawing/2014/main" id="{770C42BD-C4A8-5CEA-1E86-A9F055D0CCFA}"/>
              </a:ext>
            </a:extLst>
          </p:cNvPr>
          <p:cNvSpPr txBox="1">
            <a:spLocks/>
          </p:cNvSpPr>
          <p:nvPr/>
        </p:nvSpPr>
        <p:spPr>
          <a:xfrm>
            <a:off x="4868993" y="1969215"/>
            <a:ext cx="236340" cy="674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 ExtraBold"/>
              <a:buNone/>
              <a:defRPr sz="3600" b="0" i="0" u="none" strike="noStrike" cap="non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3200" dirty="0"/>
              <a:t>4</a:t>
            </a:r>
            <a:endParaRPr lang="en" sz="3200" dirty="0"/>
          </a:p>
        </p:txBody>
      </p:sp>
      <p:cxnSp>
        <p:nvCxnSpPr>
          <p:cNvPr id="11" name="Google Shape;189;p40">
            <a:extLst>
              <a:ext uri="{FF2B5EF4-FFF2-40B4-BE49-F238E27FC236}">
                <a16:creationId xmlns:a16="http://schemas.microsoft.com/office/drawing/2014/main" id="{0B36B844-996B-A71B-DED9-80D50E938A3C}"/>
              </a:ext>
            </a:extLst>
          </p:cNvPr>
          <p:cNvCxnSpPr>
            <a:cxnSpLocks/>
          </p:cNvCxnSpPr>
          <p:nvPr/>
        </p:nvCxnSpPr>
        <p:spPr>
          <a:xfrm>
            <a:off x="4868994" y="2643027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0" name="Google Shape;181;p40">
            <a:extLst>
              <a:ext uri="{FF2B5EF4-FFF2-40B4-BE49-F238E27FC236}">
                <a16:creationId xmlns:a16="http://schemas.microsoft.com/office/drawing/2014/main" id="{6B4B19E0-DF14-658C-FBE6-DC9114348F3C}"/>
              </a:ext>
            </a:extLst>
          </p:cNvPr>
          <p:cNvSpPr txBox="1">
            <a:spLocks/>
          </p:cNvSpPr>
          <p:nvPr/>
        </p:nvSpPr>
        <p:spPr>
          <a:xfrm>
            <a:off x="5731308" y="2802265"/>
            <a:ext cx="1819675" cy="49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1600" dirty="0"/>
              <a:t>Клиентское приложение</a:t>
            </a:r>
            <a:endParaRPr lang="en-US" sz="1600" dirty="0"/>
          </a:p>
        </p:txBody>
      </p:sp>
      <p:sp>
        <p:nvSpPr>
          <p:cNvPr id="21" name="Google Shape;182;p40">
            <a:extLst>
              <a:ext uri="{FF2B5EF4-FFF2-40B4-BE49-F238E27FC236}">
                <a16:creationId xmlns:a16="http://schemas.microsoft.com/office/drawing/2014/main" id="{1C07744C-8DDB-AAE4-8D0E-E49D4C197D5E}"/>
              </a:ext>
            </a:extLst>
          </p:cNvPr>
          <p:cNvSpPr txBox="1">
            <a:spLocks/>
          </p:cNvSpPr>
          <p:nvPr/>
        </p:nvSpPr>
        <p:spPr>
          <a:xfrm>
            <a:off x="5824825" y="3368910"/>
            <a:ext cx="1632639" cy="1110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ru-RU" dirty="0"/>
              <a:t>Разработать пользовательский интерфейс</a:t>
            </a:r>
            <a:endParaRPr lang="en-US" dirty="0">
              <a:latin typeface="Montserrat" panose="00000500000000000000" pitchFamily="2" charset="-52"/>
            </a:endParaRPr>
          </a:p>
        </p:txBody>
      </p:sp>
      <p:sp>
        <p:nvSpPr>
          <p:cNvPr id="22" name="Google Shape;186;p40">
            <a:extLst>
              <a:ext uri="{FF2B5EF4-FFF2-40B4-BE49-F238E27FC236}">
                <a16:creationId xmlns:a16="http://schemas.microsoft.com/office/drawing/2014/main" id="{B3EF91D3-9A4D-49D5-5906-F269ED8A0BC0}"/>
              </a:ext>
            </a:extLst>
          </p:cNvPr>
          <p:cNvSpPr txBox="1">
            <a:spLocks/>
          </p:cNvSpPr>
          <p:nvPr/>
        </p:nvSpPr>
        <p:spPr>
          <a:xfrm>
            <a:off x="6530588" y="2129076"/>
            <a:ext cx="236340" cy="495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 ExtraBold"/>
              <a:buNone/>
              <a:defRPr sz="3600" b="0" i="0" u="none" strike="noStrike" cap="non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3200" dirty="0"/>
              <a:t>5</a:t>
            </a:r>
            <a:endParaRPr lang="en" sz="3200" dirty="0"/>
          </a:p>
        </p:txBody>
      </p:sp>
      <p:cxnSp>
        <p:nvCxnSpPr>
          <p:cNvPr id="23" name="Google Shape;189;p40">
            <a:extLst>
              <a:ext uri="{FF2B5EF4-FFF2-40B4-BE49-F238E27FC236}">
                <a16:creationId xmlns:a16="http://schemas.microsoft.com/office/drawing/2014/main" id="{9CA55D21-F855-6BB2-B5E0-78B242254D22}"/>
              </a:ext>
            </a:extLst>
          </p:cNvPr>
          <p:cNvCxnSpPr>
            <a:cxnSpLocks/>
          </p:cNvCxnSpPr>
          <p:nvPr/>
        </p:nvCxnSpPr>
        <p:spPr>
          <a:xfrm>
            <a:off x="6522977" y="2616427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7" name="Google Shape;214;p44">
            <a:extLst>
              <a:ext uri="{FF2B5EF4-FFF2-40B4-BE49-F238E27FC236}">
                <a16:creationId xmlns:a16="http://schemas.microsoft.com/office/drawing/2014/main" id="{86FF3B30-A360-74B8-18B7-A7EC2EDDD251}"/>
              </a:ext>
            </a:extLst>
          </p:cNvPr>
          <p:cNvSpPr txBox="1">
            <a:spLocks/>
          </p:cNvSpPr>
          <p:nvPr/>
        </p:nvSpPr>
        <p:spPr>
          <a:xfrm>
            <a:off x="258386" y="1414475"/>
            <a:ext cx="2763000" cy="533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dirty="0">
                <a:solidFill>
                  <a:schemeClr val="accent1"/>
                </a:solidFill>
              </a:rPr>
              <a:t>ЗАДАЧИ ПРОЕКТА</a:t>
            </a:r>
            <a:endParaRPr lang="en-US" dirty="0">
              <a:solidFill>
                <a:schemeClr val="accent1"/>
              </a:solidFill>
            </a:endParaRPr>
          </a:p>
        </p:txBody>
      </p:sp>
      <p:cxnSp>
        <p:nvCxnSpPr>
          <p:cNvPr id="28" name="Google Shape;216;p44">
            <a:extLst>
              <a:ext uri="{FF2B5EF4-FFF2-40B4-BE49-F238E27FC236}">
                <a16:creationId xmlns:a16="http://schemas.microsoft.com/office/drawing/2014/main" id="{DD9FFF98-E5C9-10FA-1185-3A75B2225CA8}"/>
              </a:ext>
            </a:extLst>
          </p:cNvPr>
          <p:cNvCxnSpPr/>
          <p:nvPr/>
        </p:nvCxnSpPr>
        <p:spPr>
          <a:xfrm>
            <a:off x="244830" y="1825943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6341AC-9E0F-3466-709F-1B4DE6FF8CD2}"/>
              </a:ext>
            </a:extLst>
          </p:cNvPr>
          <p:cNvSpPr txBox="1"/>
          <p:nvPr/>
        </p:nvSpPr>
        <p:spPr>
          <a:xfrm>
            <a:off x="1413767" y="3386157"/>
            <a:ext cx="154802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Показать преимущества собственной разработки</a:t>
            </a:r>
          </a:p>
        </p:txBody>
      </p:sp>
      <p:sp>
        <p:nvSpPr>
          <p:cNvPr id="16" name="Google Shape;181;p40">
            <a:extLst>
              <a:ext uri="{FF2B5EF4-FFF2-40B4-BE49-F238E27FC236}">
                <a16:creationId xmlns:a16="http://schemas.microsoft.com/office/drawing/2014/main" id="{E6B50218-BB81-356F-3267-E798567D8D00}"/>
              </a:ext>
            </a:extLst>
          </p:cNvPr>
          <p:cNvSpPr txBox="1">
            <a:spLocks/>
          </p:cNvSpPr>
          <p:nvPr/>
        </p:nvSpPr>
        <p:spPr>
          <a:xfrm>
            <a:off x="7556860" y="2757178"/>
            <a:ext cx="1322797" cy="49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n-US" sz="1600" dirty="0"/>
              <a:t>Connect</a:t>
            </a:r>
          </a:p>
        </p:txBody>
      </p:sp>
      <p:sp>
        <p:nvSpPr>
          <p:cNvPr id="17" name="Google Shape;182;p40">
            <a:extLst>
              <a:ext uri="{FF2B5EF4-FFF2-40B4-BE49-F238E27FC236}">
                <a16:creationId xmlns:a16="http://schemas.microsoft.com/office/drawing/2014/main" id="{D7E0297E-EDA1-9D4B-6F89-E0A2C2A2ACF3}"/>
              </a:ext>
            </a:extLst>
          </p:cNvPr>
          <p:cNvSpPr txBox="1">
            <a:spLocks/>
          </p:cNvSpPr>
          <p:nvPr/>
        </p:nvSpPr>
        <p:spPr>
          <a:xfrm>
            <a:off x="7556860" y="3352121"/>
            <a:ext cx="1384185" cy="1110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ru-RU" dirty="0">
                <a:latin typeface="Montserrat" panose="00000500000000000000" pitchFamily="2" charset="-52"/>
              </a:rPr>
              <a:t>Реализовать связь между сервером и клиентом</a:t>
            </a:r>
            <a:endParaRPr lang="en-US" dirty="0">
              <a:latin typeface="Montserrat" panose="00000500000000000000" pitchFamily="2" charset="-52"/>
            </a:endParaRPr>
          </a:p>
        </p:txBody>
      </p:sp>
      <p:sp>
        <p:nvSpPr>
          <p:cNvPr id="18" name="Google Shape;186;p40">
            <a:extLst>
              <a:ext uri="{FF2B5EF4-FFF2-40B4-BE49-F238E27FC236}">
                <a16:creationId xmlns:a16="http://schemas.microsoft.com/office/drawing/2014/main" id="{77764153-FEF2-D957-D18E-7C45F53CACBC}"/>
              </a:ext>
            </a:extLst>
          </p:cNvPr>
          <p:cNvSpPr txBox="1">
            <a:spLocks/>
          </p:cNvSpPr>
          <p:nvPr/>
        </p:nvSpPr>
        <p:spPr>
          <a:xfrm>
            <a:off x="8100087" y="2129076"/>
            <a:ext cx="236340" cy="495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 ExtraBold"/>
              <a:buNone/>
              <a:defRPr sz="3600" b="0" i="0" u="none" strike="noStrike" cap="non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n-US" sz="3200" dirty="0"/>
              <a:t>6</a:t>
            </a:r>
            <a:endParaRPr lang="en" sz="3200" dirty="0"/>
          </a:p>
        </p:txBody>
      </p:sp>
      <p:cxnSp>
        <p:nvCxnSpPr>
          <p:cNvPr id="19" name="Google Shape;189;p40">
            <a:extLst>
              <a:ext uri="{FF2B5EF4-FFF2-40B4-BE49-F238E27FC236}">
                <a16:creationId xmlns:a16="http://schemas.microsoft.com/office/drawing/2014/main" id="{90CDA426-40AC-5603-87A2-EFAEA3BB2CD5}"/>
              </a:ext>
            </a:extLst>
          </p:cNvPr>
          <p:cNvCxnSpPr>
            <a:cxnSpLocks/>
          </p:cNvCxnSpPr>
          <p:nvPr/>
        </p:nvCxnSpPr>
        <p:spPr>
          <a:xfrm>
            <a:off x="8092476" y="2616427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4D5E9FFF-EE61-9DCA-6990-12C2B87E5964}"/>
              </a:ext>
            </a:extLst>
          </p:cNvPr>
          <p:cNvCxnSpPr>
            <a:cxnSpLocks/>
          </p:cNvCxnSpPr>
          <p:nvPr/>
        </p:nvCxnSpPr>
        <p:spPr>
          <a:xfrm>
            <a:off x="7550983" y="2571750"/>
            <a:ext cx="0" cy="1913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единительная линия 28">
            <a:extLst>
              <a:ext uri="{FF2B5EF4-FFF2-40B4-BE49-F238E27FC236}">
                <a16:creationId xmlns:a16="http://schemas.microsoft.com/office/drawing/2014/main" id="{D8FDCAD0-519E-B57D-F174-1CB61B91560F}"/>
              </a:ext>
            </a:extLst>
          </p:cNvPr>
          <p:cNvCxnSpPr>
            <a:cxnSpLocks/>
          </p:cNvCxnSpPr>
          <p:nvPr/>
        </p:nvCxnSpPr>
        <p:spPr>
          <a:xfrm>
            <a:off x="5802047" y="2565648"/>
            <a:ext cx="0" cy="1913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Прямая соединительная линия 159">
            <a:extLst>
              <a:ext uri="{FF2B5EF4-FFF2-40B4-BE49-F238E27FC236}">
                <a16:creationId xmlns:a16="http://schemas.microsoft.com/office/drawing/2014/main" id="{26A1D954-6C7D-28DD-5091-720AD4541EB7}"/>
              </a:ext>
            </a:extLst>
          </p:cNvPr>
          <p:cNvCxnSpPr>
            <a:cxnSpLocks/>
          </p:cNvCxnSpPr>
          <p:nvPr/>
        </p:nvCxnSpPr>
        <p:spPr>
          <a:xfrm>
            <a:off x="4252522" y="2565647"/>
            <a:ext cx="0" cy="1913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Прямая соединительная линия 160">
            <a:extLst>
              <a:ext uri="{FF2B5EF4-FFF2-40B4-BE49-F238E27FC236}">
                <a16:creationId xmlns:a16="http://schemas.microsoft.com/office/drawing/2014/main" id="{809E7288-13A5-AFB2-0C8A-673058079C94}"/>
              </a:ext>
            </a:extLst>
          </p:cNvPr>
          <p:cNvCxnSpPr>
            <a:cxnSpLocks/>
          </p:cNvCxnSpPr>
          <p:nvPr/>
        </p:nvCxnSpPr>
        <p:spPr>
          <a:xfrm>
            <a:off x="2904254" y="2560081"/>
            <a:ext cx="0" cy="1913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Прямая соединительная линия 161">
            <a:extLst>
              <a:ext uri="{FF2B5EF4-FFF2-40B4-BE49-F238E27FC236}">
                <a16:creationId xmlns:a16="http://schemas.microsoft.com/office/drawing/2014/main" id="{B37780A6-5BA5-5A97-EE34-D5FAC01F76EE}"/>
              </a:ext>
            </a:extLst>
          </p:cNvPr>
          <p:cNvCxnSpPr>
            <a:cxnSpLocks/>
          </p:cNvCxnSpPr>
          <p:nvPr/>
        </p:nvCxnSpPr>
        <p:spPr>
          <a:xfrm>
            <a:off x="1487227" y="2560081"/>
            <a:ext cx="0" cy="1913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1"/>
          <p:cNvSpPr txBox="1">
            <a:spLocks noGrp="1"/>
          </p:cNvSpPr>
          <p:nvPr>
            <p:ph type="ctrTitle"/>
          </p:nvPr>
        </p:nvSpPr>
        <p:spPr>
          <a:xfrm>
            <a:off x="519546" y="55796"/>
            <a:ext cx="7866600" cy="7685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4000" dirty="0"/>
              <a:t>Инструменты разработки</a:t>
            </a:r>
            <a:endParaRPr sz="4000" dirty="0"/>
          </a:p>
        </p:txBody>
      </p:sp>
      <p:sp>
        <p:nvSpPr>
          <p:cNvPr id="195" name="Google Shape;195;p41"/>
          <p:cNvSpPr txBox="1">
            <a:spLocks noGrp="1"/>
          </p:cNvSpPr>
          <p:nvPr>
            <p:ph type="subTitle" idx="1"/>
          </p:nvPr>
        </p:nvSpPr>
        <p:spPr>
          <a:xfrm>
            <a:off x="4768745" y="758945"/>
            <a:ext cx="2869552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ru-RU" sz="2400" dirty="0"/>
              <a:t>Стек технологий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F2F170-62AC-E028-2528-E7FCA41D0C8F}"/>
              </a:ext>
            </a:extLst>
          </p:cNvPr>
          <p:cNvSpPr txBox="1"/>
          <p:nvPr/>
        </p:nvSpPr>
        <p:spPr>
          <a:xfrm>
            <a:off x="4768745" y="1264597"/>
            <a:ext cx="3944834" cy="261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C# / .NET 9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Язык и платформа).</a:t>
            </a: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ASP.NET Core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Серверная часть).</a:t>
            </a: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MS SQL Server + EF Core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База данных). </a:t>
            </a: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WPF</a:t>
            </a:r>
            <a:r>
              <a:rPr lang="ru-RU" b="1" dirty="0">
                <a:solidFill>
                  <a:schemeClr val="bg1"/>
                </a:solidFill>
                <a:latin typeface="Montserrat" panose="00000500000000000000" pitchFamily="2" charset="-52"/>
              </a:rPr>
              <a:t> 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Клиентское приложение).</a:t>
            </a: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Swagger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Документация).</a:t>
            </a: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Docker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Контейнеризация).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2E0A3E3-6DF0-394B-0E04-12146A50AE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7873" y="824345"/>
            <a:ext cx="1981200" cy="222885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2A7F6A6-820C-DFD7-45F0-E4C0CBF353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70260" y="824345"/>
            <a:ext cx="1050637" cy="1050637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ABBC3498-A90D-9343-AA65-6EA5078DA62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0336" y="3268519"/>
            <a:ext cx="4279729" cy="973666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E24DC693-4822-7A02-EC22-8172BBFD0AE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39918" y="2079529"/>
            <a:ext cx="973667" cy="9736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5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/>
              <a:t>Структура базы данных</a:t>
            </a:r>
            <a:endParaRPr dirty="0"/>
          </a:p>
        </p:txBody>
      </p:sp>
      <p:cxnSp>
        <p:nvCxnSpPr>
          <p:cNvPr id="222" name="Google Shape;222;p45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15" name="Рисунок 14" descr="Изображение выглядит как текст, снимок экрана, диаграмма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90F61C7-2CD7-EC10-078E-27AC0DFAF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200" y="1297097"/>
            <a:ext cx="7017672" cy="340137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D49E173-E9F6-B599-6314-DD061A4EE2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09181" y="516833"/>
            <a:ext cx="398892" cy="3988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6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5178282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Паттерн проектирования</a:t>
            </a:r>
            <a:r>
              <a:rPr lang="en-US" dirty="0"/>
              <a:t> API</a:t>
            </a:r>
            <a:endParaRPr dirty="0"/>
          </a:p>
        </p:txBody>
      </p:sp>
      <p:cxnSp>
        <p:nvCxnSpPr>
          <p:cNvPr id="234" name="Google Shape;234;p46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225" name="Рисунок 29">
            <a:extLst>
              <a:ext uri="{FF2B5EF4-FFF2-40B4-BE49-F238E27FC236}">
                <a16:creationId xmlns:a16="http://schemas.microsoft.com/office/drawing/2014/main" id="{67A16653-159D-F5EB-A12F-AE33451B4C88}"/>
              </a:ext>
            </a:extLst>
          </p:cNvPr>
          <p:cNvGrpSpPr/>
          <p:nvPr/>
        </p:nvGrpSpPr>
        <p:grpSpPr>
          <a:xfrm>
            <a:off x="4219287" y="1191351"/>
            <a:ext cx="3968461" cy="3397394"/>
            <a:chOff x="3012498" y="1520969"/>
            <a:chExt cx="2638425" cy="2286000"/>
          </a:xfrm>
          <a:solidFill>
            <a:schemeClr val="tx1"/>
          </a:solidFill>
        </p:grpSpPr>
        <p:grpSp>
          <p:nvGrpSpPr>
            <p:cNvPr id="226" name="Рисунок 29">
              <a:extLst>
                <a:ext uri="{FF2B5EF4-FFF2-40B4-BE49-F238E27FC236}">
                  <a16:creationId xmlns:a16="http://schemas.microsoft.com/office/drawing/2014/main" id="{2FA4C4B6-6765-B8A5-0127-3874098B0650}"/>
                </a:ext>
              </a:extLst>
            </p:cNvPr>
            <p:cNvGrpSpPr/>
            <p:nvPr/>
          </p:nvGrpSpPr>
          <p:grpSpPr>
            <a:xfrm>
              <a:off x="3550660" y="1806719"/>
              <a:ext cx="66675" cy="190500"/>
              <a:chOff x="3550660" y="1806719"/>
              <a:chExt cx="66675" cy="190500"/>
            </a:xfrm>
            <a:grpFill/>
          </p:grpSpPr>
          <p:sp>
            <p:nvSpPr>
              <p:cNvPr id="227" name="Полилиния: фигура 226">
                <a:extLst>
                  <a:ext uri="{FF2B5EF4-FFF2-40B4-BE49-F238E27FC236}">
                    <a16:creationId xmlns:a16="http://schemas.microsoft.com/office/drawing/2014/main" id="{A3C17E83-3F06-5CAD-F482-03B14963E30E}"/>
                  </a:ext>
                </a:extLst>
              </p:cNvPr>
              <p:cNvSpPr/>
              <p:nvPr/>
            </p:nvSpPr>
            <p:spPr>
              <a:xfrm>
                <a:off x="3583998" y="1806719"/>
                <a:ext cx="9525" cy="190500"/>
              </a:xfrm>
              <a:custGeom>
                <a:avLst/>
                <a:gdLst>
                  <a:gd name="csX0" fmla="*/ 0 w 9525"/>
                  <a:gd name="csY0" fmla="*/ 0 h 190500"/>
                  <a:gd name="csX1" fmla="*/ 0 w 9525"/>
                  <a:gd name="csY1" fmla="*/ 190500 h 190500"/>
                  <a:gd name="csX2" fmla="*/ 0 w 9525"/>
                  <a:gd name="csY2" fmla="*/ 0 h 190500"/>
                  <a:gd name="csX3" fmla="*/ 0 w 9525"/>
                  <a:gd name="csY3" fmla="*/ 129826 h 190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525" h="190500">
                    <a:moveTo>
                      <a:pt x="0" y="0"/>
                    </a:moveTo>
                    <a:lnTo>
                      <a:pt x="0" y="190500"/>
                    </a:lnTo>
                    <a:lnTo>
                      <a:pt x="0" y="0"/>
                    </a:lnTo>
                    <a:lnTo>
                      <a:pt x="0" y="129826"/>
                    </a:lnTo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28" name="Полилиния: фигура 227">
                <a:extLst>
                  <a:ext uri="{FF2B5EF4-FFF2-40B4-BE49-F238E27FC236}">
                    <a16:creationId xmlns:a16="http://schemas.microsoft.com/office/drawing/2014/main" id="{4A639449-5D95-B52F-EAFC-F02825C10B9D}"/>
                  </a:ext>
                </a:extLst>
              </p:cNvPr>
              <p:cNvSpPr/>
              <p:nvPr/>
            </p:nvSpPr>
            <p:spPr>
              <a:xfrm>
                <a:off x="3550660" y="1919876"/>
                <a:ext cx="66675" cy="66675"/>
              </a:xfrm>
              <a:custGeom>
                <a:avLst/>
                <a:gdLst>
                  <a:gd name="csX0" fmla="*/ 33338 w 66675"/>
                  <a:gd name="csY0" fmla="*/ 66675 h 66675"/>
                  <a:gd name="csX1" fmla="*/ 0 w 66675"/>
                  <a:gd name="csY1" fmla="*/ 0 h 66675"/>
                  <a:gd name="csX2" fmla="*/ 33338 w 66675"/>
                  <a:gd name="csY2" fmla="*/ 16669 h 66675"/>
                  <a:gd name="csX3" fmla="*/ 66675 w 66675"/>
                  <a:gd name="csY3" fmla="*/ 0 h 66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6675" h="66675">
                    <a:moveTo>
                      <a:pt x="33338" y="66675"/>
                    </a:moveTo>
                    <a:lnTo>
                      <a:pt x="0" y="0"/>
                    </a:lnTo>
                    <a:lnTo>
                      <a:pt x="33338" y="16669"/>
                    </a:lnTo>
                    <a:lnTo>
                      <a:pt x="66675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29" name="Рисунок 29">
              <a:extLst>
                <a:ext uri="{FF2B5EF4-FFF2-40B4-BE49-F238E27FC236}">
                  <a16:creationId xmlns:a16="http://schemas.microsoft.com/office/drawing/2014/main" id="{3CD32DF6-FE91-E9B4-5FE4-143E8FFA31DB}"/>
                </a:ext>
              </a:extLst>
            </p:cNvPr>
            <p:cNvGrpSpPr/>
            <p:nvPr/>
          </p:nvGrpSpPr>
          <p:grpSpPr>
            <a:xfrm>
              <a:off x="3012498" y="1520969"/>
              <a:ext cx="1143000" cy="285750"/>
              <a:chOff x="3012498" y="1520969"/>
              <a:chExt cx="1143000" cy="285750"/>
            </a:xfrm>
            <a:grpFill/>
          </p:grpSpPr>
          <p:sp>
            <p:nvSpPr>
              <p:cNvPr id="230" name="Прямоугольник 229">
                <a:extLst>
                  <a:ext uri="{FF2B5EF4-FFF2-40B4-BE49-F238E27FC236}">
                    <a16:creationId xmlns:a16="http://schemas.microsoft.com/office/drawing/2014/main" id="{8F38E278-E45A-06F4-F96E-E35C5B73807D}"/>
                  </a:ext>
                </a:extLst>
              </p:cNvPr>
              <p:cNvSpPr/>
              <p:nvPr/>
            </p:nvSpPr>
            <p:spPr>
              <a:xfrm>
                <a:off x="3012498" y="152096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31" name="Рисунок 230">
                <a:extLst>
                  <a:ext uri="{FF2B5EF4-FFF2-40B4-BE49-F238E27FC236}">
                    <a16:creationId xmlns:a16="http://schemas.microsoft.com/office/drawing/2014/main" id="{25429828-5827-C4FC-6EA3-DF19843B7D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 bright="70000" contrast="-70000"/>
              </a:blip>
              <a:stretch>
                <a:fillRect/>
              </a:stretch>
            </p:blipFill>
            <p:spPr>
              <a:xfrm>
                <a:off x="3022023" y="160193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32" name="Рисунок 29">
              <a:extLst>
                <a:ext uri="{FF2B5EF4-FFF2-40B4-BE49-F238E27FC236}">
                  <a16:creationId xmlns:a16="http://schemas.microsoft.com/office/drawing/2014/main" id="{FE0D9019-6587-88A5-BAD3-B283E2EE3E93}"/>
                </a:ext>
              </a:extLst>
            </p:cNvPr>
            <p:cNvGrpSpPr/>
            <p:nvPr/>
          </p:nvGrpSpPr>
          <p:grpSpPr>
            <a:xfrm>
              <a:off x="4155498" y="2106756"/>
              <a:ext cx="341757" cy="66675"/>
              <a:chOff x="4155498" y="2106756"/>
              <a:chExt cx="341757" cy="66675"/>
            </a:xfrm>
            <a:grpFill/>
          </p:grpSpPr>
          <p:sp>
            <p:nvSpPr>
              <p:cNvPr id="255" name="Полилиния: фигура 254">
                <a:extLst>
                  <a:ext uri="{FF2B5EF4-FFF2-40B4-BE49-F238E27FC236}">
                    <a16:creationId xmlns:a16="http://schemas.microsoft.com/office/drawing/2014/main" id="{BCB554F9-78A4-21BD-C0A3-E6E3B7F6CF71}"/>
                  </a:ext>
                </a:extLst>
              </p:cNvPr>
              <p:cNvSpPr/>
              <p:nvPr/>
            </p:nvSpPr>
            <p:spPr>
              <a:xfrm>
                <a:off x="4155498" y="2140094"/>
                <a:ext cx="291750" cy="9525"/>
              </a:xfrm>
              <a:custGeom>
                <a:avLst/>
                <a:gdLst>
                  <a:gd name="csX0" fmla="*/ 0 w 291750"/>
                  <a:gd name="csY0" fmla="*/ 0 h 9525"/>
                  <a:gd name="csX1" fmla="*/ 190500 w 291750"/>
                  <a:gd name="csY1" fmla="*/ 0 h 9525"/>
                  <a:gd name="csX2" fmla="*/ 161925 w 291750"/>
                  <a:gd name="csY2" fmla="*/ 0 h 9525"/>
                  <a:gd name="csX3" fmla="*/ 291751 w 291750"/>
                  <a:gd name="csY3" fmla="*/ 0 h 95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91750" h="9525">
                    <a:moveTo>
                      <a:pt x="0" y="0"/>
                    </a:moveTo>
                    <a:lnTo>
                      <a:pt x="190500" y="0"/>
                    </a:lnTo>
                    <a:lnTo>
                      <a:pt x="161925" y="0"/>
                    </a:lnTo>
                    <a:lnTo>
                      <a:pt x="291751" y="0"/>
                    </a:lnTo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56" name="Полилиния: фигура 255">
                <a:extLst>
                  <a:ext uri="{FF2B5EF4-FFF2-40B4-BE49-F238E27FC236}">
                    <a16:creationId xmlns:a16="http://schemas.microsoft.com/office/drawing/2014/main" id="{83032005-5CCD-ABBA-9C25-B8C357A1300B}"/>
                  </a:ext>
                </a:extLst>
              </p:cNvPr>
              <p:cNvSpPr/>
              <p:nvPr/>
            </p:nvSpPr>
            <p:spPr>
              <a:xfrm>
                <a:off x="4430580" y="2106756"/>
                <a:ext cx="66675" cy="66675"/>
              </a:xfrm>
              <a:custGeom>
                <a:avLst/>
                <a:gdLst>
                  <a:gd name="csX0" fmla="*/ 66675 w 66675"/>
                  <a:gd name="csY0" fmla="*/ 33338 h 66675"/>
                  <a:gd name="csX1" fmla="*/ 0 w 66675"/>
                  <a:gd name="csY1" fmla="*/ 66675 h 66675"/>
                  <a:gd name="csX2" fmla="*/ 16669 w 66675"/>
                  <a:gd name="csY2" fmla="*/ 33338 h 66675"/>
                  <a:gd name="csX3" fmla="*/ 0 w 66675"/>
                  <a:gd name="csY3" fmla="*/ 0 h 66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6675" h="66675">
                    <a:moveTo>
                      <a:pt x="66675" y="33338"/>
                    </a:moveTo>
                    <a:lnTo>
                      <a:pt x="0" y="66675"/>
                    </a:lnTo>
                    <a:lnTo>
                      <a:pt x="16669" y="33338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57" name="Рисунок 29">
              <a:extLst>
                <a:ext uri="{FF2B5EF4-FFF2-40B4-BE49-F238E27FC236}">
                  <a16:creationId xmlns:a16="http://schemas.microsoft.com/office/drawing/2014/main" id="{DC75BA48-67F3-A51B-C07F-88ECE3AEEAAB}"/>
                </a:ext>
              </a:extLst>
            </p:cNvPr>
            <p:cNvGrpSpPr/>
            <p:nvPr/>
          </p:nvGrpSpPr>
          <p:grpSpPr>
            <a:xfrm>
              <a:off x="3550660" y="2282969"/>
              <a:ext cx="66675" cy="275081"/>
              <a:chOff x="3550660" y="2282969"/>
              <a:chExt cx="66675" cy="275081"/>
            </a:xfrm>
            <a:grpFill/>
          </p:grpSpPr>
          <p:sp>
            <p:nvSpPr>
              <p:cNvPr id="258" name="Полилиния: фигура 257">
                <a:extLst>
                  <a:ext uri="{FF2B5EF4-FFF2-40B4-BE49-F238E27FC236}">
                    <a16:creationId xmlns:a16="http://schemas.microsoft.com/office/drawing/2014/main" id="{4B5914D4-0524-4E34-349A-D389DD4FFE72}"/>
                  </a:ext>
                </a:extLst>
              </p:cNvPr>
              <p:cNvSpPr/>
              <p:nvPr/>
            </p:nvSpPr>
            <p:spPr>
              <a:xfrm>
                <a:off x="3583998" y="2282969"/>
                <a:ext cx="9525" cy="225075"/>
              </a:xfrm>
              <a:custGeom>
                <a:avLst/>
                <a:gdLst>
                  <a:gd name="csX0" fmla="*/ 0 w 9525"/>
                  <a:gd name="csY0" fmla="*/ 0 h 225075"/>
                  <a:gd name="csX1" fmla="*/ 0 w 9525"/>
                  <a:gd name="csY1" fmla="*/ 190500 h 225075"/>
                  <a:gd name="csX2" fmla="*/ 0 w 9525"/>
                  <a:gd name="csY2" fmla="*/ 95250 h 225075"/>
                  <a:gd name="csX3" fmla="*/ 0 w 9525"/>
                  <a:gd name="csY3" fmla="*/ 225076 h 225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525" h="225075">
                    <a:moveTo>
                      <a:pt x="0" y="0"/>
                    </a:moveTo>
                    <a:lnTo>
                      <a:pt x="0" y="190500"/>
                    </a:lnTo>
                    <a:lnTo>
                      <a:pt x="0" y="95250"/>
                    </a:lnTo>
                    <a:lnTo>
                      <a:pt x="0" y="225076"/>
                    </a:lnTo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59" name="Полилиния: фигура 258">
                <a:extLst>
                  <a:ext uri="{FF2B5EF4-FFF2-40B4-BE49-F238E27FC236}">
                    <a16:creationId xmlns:a16="http://schemas.microsoft.com/office/drawing/2014/main" id="{0DCE8D4F-4E27-8063-E507-6971B385732C}"/>
                  </a:ext>
                </a:extLst>
              </p:cNvPr>
              <p:cNvSpPr/>
              <p:nvPr/>
            </p:nvSpPr>
            <p:spPr>
              <a:xfrm>
                <a:off x="3550660" y="2491375"/>
                <a:ext cx="66675" cy="66675"/>
              </a:xfrm>
              <a:custGeom>
                <a:avLst/>
                <a:gdLst>
                  <a:gd name="csX0" fmla="*/ 33338 w 66675"/>
                  <a:gd name="csY0" fmla="*/ 66675 h 66675"/>
                  <a:gd name="csX1" fmla="*/ 0 w 66675"/>
                  <a:gd name="csY1" fmla="*/ 0 h 66675"/>
                  <a:gd name="csX2" fmla="*/ 33338 w 66675"/>
                  <a:gd name="csY2" fmla="*/ 16669 h 66675"/>
                  <a:gd name="csX3" fmla="*/ 66675 w 66675"/>
                  <a:gd name="csY3" fmla="*/ 0 h 66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6675" h="66675">
                    <a:moveTo>
                      <a:pt x="33338" y="66675"/>
                    </a:moveTo>
                    <a:lnTo>
                      <a:pt x="0" y="0"/>
                    </a:lnTo>
                    <a:lnTo>
                      <a:pt x="33338" y="16669"/>
                    </a:lnTo>
                    <a:lnTo>
                      <a:pt x="66675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60" name="Рисунок 29">
              <a:extLst>
                <a:ext uri="{FF2B5EF4-FFF2-40B4-BE49-F238E27FC236}">
                  <a16:creationId xmlns:a16="http://schemas.microsoft.com/office/drawing/2014/main" id="{0A99FFAF-A7C1-1141-484A-FF08C41C824F}"/>
                </a:ext>
              </a:extLst>
            </p:cNvPr>
            <p:cNvGrpSpPr/>
            <p:nvPr/>
          </p:nvGrpSpPr>
          <p:grpSpPr>
            <a:xfrm>
              <a:off x="3012498" y="1997219"/>
              <a:ext cx="1143000" cy="285750"/>
              <a:chOff x="3012498" y="1997219"/>
              <a:chExt cx="1143000" cy="285750"/>
            </a:xfrm>
            <a:grpFill/>
          </p:grpSpPr>
          <p:sp>
            <p:nvSpPr>
              <p:cNvPr id="261" name="Прямоугольник 260">
                <a:extLst>
                  <a:ext uri="{FF2B5EF4-FFF2-40B4-BE49-F238E27FC236}">
                    <a16:creationId xmlns:a16="http://schemas.microsoft.com/office/drawing/2014/main" id="{C608868E-4707-E6E0-2E51-3E50B8BB45E7}"/>
                  </a:ext>
                </a:extLst>
              </p:cNvPr>
              <p:cNvSpPr/>
              <p:nvPr/>
            </p:nvSpPr>
            <p:spPr>
              <a:xfrm>
                <a:off x="3012498" y="19972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62" name="Рисунок 261">
                <a:extLst>
                  <a:ext uri="{FF2B5EF4-FFF2-40B4-BE49-F238E27FC236}">
                    <a16:creationId xmlns:a16="http://schemas.microsoft.com/office/drawing/2014/main" id="{99ADE15A-D6B4-3EC5-4B8A-48CFD3F49C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 bright="70000" contrast="-70000"/>
              </a:blip>
              <a:stretch>
                <a:fillRect/>
              </a:stretch>
            </p:blipFill>
            <p:spPr>
              <a:xfrm>
                <a:off x="3022023" y="20781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63" name="Рисунок 29">
              <a:extLst>
                <a:ext uri="{FF2B5EF4-FFF2-40B4-BE49-F238E27FC236}">
                  <a16:creationId xmlns:a16="http://schemas.microsoft.com/office/drawing/2014/main" id="{E38AC7D9-14F8-BE98-F557-2E49BD4C71F4}"/>
                </a:ext>
              </a:extLst>
            </p:cNvPr>
            <p:cNvGrpSpPr/>
            <p:nvPr/>
          </p:nvGrpSpPr>
          <p:grpSpPr>
            <a:xfrm>
              <a:off x="4507923" y="1997219"/>
              <a:ext cx="1143000" cy="285750"/>
              <a:chOff x="4507923" y="1997219"/>
              <a:chExt cx="1143000" cy="285750"/>
            </a:xfrm>
            <a:grpFill/>
          </p:grpSpPr>
          <p:sp>
            <p:nvSpPr>
              <p:cNvPr id="264" name="Прямоугольник 263">
                <a:extLst>
                  <a:ext uri="{FF2B5EF4-FFF2-40B4-BE49-F238E27FC236}">
                    <a16:creationId xmlns:a16="http://schemas.microsoft.com/office/drawing/2014/main" id="{ACCAAEBA-F155-9220-D339-4C393D3010F2}"/>
                  </a:ext>
                </a:extLst>
              </p:cNvPr>
              <p:cNvSpPr/>
              <p:nvPr/>
            </p:nvSpPr>
            <p:spPr>
              <a:xfrm>
                <a:off x="4507923" y="19972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65" name="Рисунок 264">
                <a:extLst>
                  <a:ext uri="{FF2B5EF4-FFF2-40B4-BE49-F238E27FC236}">
                    <a16:creationId xmlns:a16="http://schemas.microsoft.com/office/drawing/2014/main" id="{5DC8ECF1-F4E6-C7CB-371F-4C0697F86E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 bright="70000" contrast="-70000"/>
              </a:blip>
              <a:stretch>
                <a:fillRect/>
              </a:stretch>
            </p:blipFill>
            <p:spPr>
              <a:xfrm>
                <a:off x="4517448" y="20781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69" name="Рисунок 29">
              <a:extLst>
                <a:ext uri="{FF2B5EF4-FFF2-40B4-BE49-F238E27FC236}">
                  <a16:creationId xmlns:a16="http://schemas.microsoft.com/office/drawing/2014/main" id="{55F13A3A-EBA3-0423-D21B-EE50027CD49A}"/>
                </a:ext>
              </a:extLst>
            </p:cNvPr>
            <p:cNvGrpSpPr/>
            <p:nvPr/>
          </p:nvGrpSpPr>
          <p:grpSpPr>
            <a:xfrm>
              <a:off x="3012498" y="2568719"/>
              <a:ext cx="1143000" cy="285750"/>
              <a:chOff x="3012498" y="2568719"/>
              <a:chExt cx="1143000" cy="285750"/>
            </a:xfrm>
            <a:grpFill/>
          </p:grpSpPr>
          <p:sp>
            <p:nvSpPr>
              <p:cNvPr id="270" name="Прямоугольник 269">
                <a:extLst>
                  <a:ext uri="{FF2B5EF4-FFF2-40B4-BE49-F238E27FC236}">
                    <a16:creationId xmlns:a16="http://schemas.microsoft.com/office/drawing/2014/main" id="{230D88BF-8CA0-EFD4-4BAA-3293C92DA376}"/>
                  </a:ext>
                </a:extLst>
              </p:cNvPr>
              <p:cNvSpPr/>
              <p:nvPr/>
            </p:nvSpPr>
            <p:spPr>
              <a:xfrm>
                <a:off x="3012498" y="25687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71" name="Рисунок 270">
                <a:extLst>
                  <a:ext uri="{FF2B5EF4-FFF2-40B4-BE49-F238E27FC236}">
                    <a16:creationId xmlns:a16="http://schemas.microsoft.com/office/drawing/2014/main" id="{F466A356-3508-5995-29F9-60E393CD06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lum bright="70000" contrast="-70000"/>
              </a:blip>
              <a:stretch>
                <a:fillRect/>
              </a:stretch>
            </p:blipFill>
            <p:spPr>
              <a:xfrm>
                <a:off x="3022023" y="26496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75" name="Рисунок 29">
              <a:extLst>
                <a:ext uri="{FF2B5EF4-FFF2-40B4-BE49-F238E27FC236}">
                  <a16:creationId xmlns:a16="http://schemas.microsoft.com/office/drawing/2014/main" id="{E6AAA40C-879C-99F1-428F-2995EF09D870}"/>
                </a:ext>
              </a:extLst>
            </p:cNvPr>
            <p:cNvGrpSpPr/>
            <p:nvPr/>
          </p:nvGrpSpPr>
          <p:grpSpPr>
            <a:xfrm>
              <a:off x="3550660" y="3235469"/>
              <a:ext cx="66675" cy="275082"/>
              <a:chOff x="3550660" y="3235469"/>
              <a:chExt cx="66675" cy="275082"/>
            </a:xfrm>
            <a:grpFill/>
          </p:grpSpPr>
          <p:sp>
            <p:nvSpPr>
              <p:cNvPr id="276" name="Полилиния: фигура 275">
                <a:extLst>
                  <a:ext uri="{FF2B5EF4-FFF2-40B4-BE49-F238E27FC236}">
                    <a16:creationId xmlns:a16="http://schemas.microsoft.com/office/drawing/2014/main" id="{84F850F6-890E-8080-F2DD-8F59EB1EA2B5}"/>
                  </a:ext>
                </a:extLst>
              </p:cNvPr>
              <p:cNvSpPr/>
              <p:nvPr/>
            </p:nvSpPr>
            <p:spPr>
              <a:xfrm>
                <a:off x="3583998" y="3235469"/>
                <a:ext cx="9525" cy="225075"/>
              </a:xfrm>
              <a:custGeom>
                <a:avLst/>
                <a:gdLst>
                  <a:gd name="csX0" fmla="*/ 0 w 9525"/>
                  <a:gd name="csY0" fmla="*/ 0 h 225075"/>
                  <a:gd name="csX1" fmla="*/ 0 w 9525"/>
                  <a:gd name="csY1" fmla="*/ 190500 h 225075"/>
                  <a:gd name="csX2" fmla="*/ 0 w 9525"/>
                  <a:gd name="csY2" fmla="*/ 95250 h 225075"/>
                  <a:gd name="csX3" fmla="*/ 0 w 9525"/>
                  <a:gd name="csY3" fmla="*/ 225076 h 225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525" h="225075">
                    <a:moveTo>
                      <a:pt x="0" y="0"/>
                    </a:moveTo>
                    <a:lnTo>
                      <a:pt x="0" y="190500"/>
                    </a:lnTo>
                    <a:lnTo>
                      <a:pt x="0" y="95250"/>
                    </a:lnTo>
                    <a:lnTo>
                      <a:pt x="0" y="225076"/>
                    </a:lnTo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77" name="Полилиния: фигура 276">
                <a:extLst>
                  <a:ext uri="{FF2B5EF4-FFF2-40B4-BE49-F238E27FC236}">
                    <a16:creationId xmlns:a16="http://schemas.microsoft.com/office/drawing/2014/main" id="{427EAAA1-AD6A-3D95-D8B6-9B7280F5AF47}"/>
                  </a:ext>
                </a:extLst>
              </p:cNvPr>
              <p:cNvSpPr/>
              <p:nvPr/>
            </p:nvSpPr>
            <p:spPr>
              <a:xfrm>
                <a:off x="3550660" y="3443876"/>
                <a:ext cx="66675" cy="66675"/>
              </a:xfrm>
              <a:custGeom>
                <a:avLst/>
                <a:gdLst>
                  <a:gd name="csX0" fmla="*/ 33338 w 66675"/>
                  <a:gd name="csY0" fmla="*/ 66675 h 66675"/>
                  <a:gd name="csX1" fmla="*/ 0 w 66675"/>
                  <a:gd name="csY1" fmla="*/ 0 h 66675"/>
                  <a:gd name="csX2" fmla="*/ 33338 w 66675"/>
                  <a:gd name="csY2" fmla="*/ 16669 h 66675"/>
                  <a:gd name="csX3" fmla="*/ 66675 w 66675"/>
                  <a:gd name="csY3" fmla="*/ 0 h 66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6675" h="66675">
                    <a:moveTo>
                      <a:pt x="33338" y="66675"/>
                    </a:moveTo>
                    <a:lnTo>
                      <a:pt x="0" y="0"/>
                    </a:lnTo>
                    <a:lnTo>
                      <a:pt x="33338" y="16669"/>
                    </a:lnTo>
                    <a:lnTo>
                      <a:pt x="66675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78" name="Рисунок 29">
              <a:extLst>
                <a:ext uri="{FF2B5EF4-FFF2-40B4-BE49-F238E27FC236}">
                  <a16:creationId xmlns:a16="http://schemas.microsoft.com/office/drawing/2014/main" id="{1BD9E110-662E-4882-6C1B-CDB893651C65}"/>
                </a:ext>
              </a:extLst>
            </p:cNvPr>
            <p:cNvGrpSpPr/>
            <p:nvPr/>
          </p:nvGrpSpPr>
          <p:grpSpPr>
            <a:xfrm>
              <a:off x="3012498" y="2949719"/>
              <a:ext cx="1143000" cy="285750"/>
              <a:chOff x="3012498" y="2949719"/>
              <a:chExt cx="1143000" cy="285750"/>
            </a:xfrm>
            <a:grpFill/>
          </p:grpSpPr>
          <p:sp>
            <p:nvSpPr>
              <p:cNvPr id="279" name="Прямоугольник 278">
                <a:extLst>
                  <a:ext uri="{FF2B5EF4-FFF2-40B4-BE49-F238E27FC236}">
                    <a16:creationId xmlns:a16="http://schemas.microsoft.com/office/drawing/2014/main" id="{9F92EC72-64B5-7DE8-634D-D62BE2122290}"/>
                  </a:ext>
                </a:extLst>
              </p:cNvPr>
              <p:cNvSpPr/>
              <p:nvPr/>
            </p:nvSpPr>
            <p:spPr>
              <a:xfrm>
                <a:off x="3012498" y="29497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80" name="Рисунок 279">
                <a:extLst>
                  <a:ext uri="{FF2B5EF4-FFF2-40B4-BE49-F238E27FC236}">
                    <a16:creationId xmlns:a16="http://schemas.microsoft.com/office/drawing/2014/main" id="{4D4F2538-7C0A-B563-8B96-D92EFDE38F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 bright="70000" contrast="-70000"/>
              </a:blip>
              <a:stretch>
                <a:fillRect/>
              </a:stretch>
            </p:blipFill>
            <p:spPr>
              <a:xfrm>
                <a:off x="3022023" y="30306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sp>
          <p:nvSpPr>
            <p:cNvPr id="281" name="Полилиния: фигура 280">
              <a:extLst>
                <a:ext uri="{FF2B5EF4-FFF2-40B4-BE49-F238E27FC236}">
                  <a16:creationId xmlns:a16="http://schemas.microsoft.com/office/drawing/2014/main" id="{083A74FE-66FB-F3BD-AEDD-7857108C1643}"/>
                </a:ext>
              </a:extLst>
            </p:cNvPr>
            <p:cNvSpPr/>
            <p:nvPr/>
          </p:nvSpPr>
          <p:spPr>
            <a:xfrm>
              <a:off x="3583998" y="2854469"/>
              <a:ext cx="9525" cy="95250"/>
            </a:xfrm>
            <a:custGeom>
              <a:avLst/>
              <a:gdLst>
                <a:gd name="csX0" fmla="*/ 0 w 9525"/>
                <a:gd name="csY0" fmla="*/ 95250 h 95250"/>
                <a:gd name="csX1" fmla="*/ 0 w 9525"/>
                <a:gd name="csY1" fmla="*/ 0 h 95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95250">
                  <a:moveTo>
                    <a:pt x="0" y="95250"/>
                  </a:moveTo>
                  <a:lnTo>
                    <a:pt x="0" y="0"/>
                  </a:lnTo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</p:sp>
        <p:grpSp>
          <p:nvGrpSpPr>
            <p:cNvPr id="282" name="Рисунок 29">
              <a:extLst>
                <a:ext uri="{FF2B5EF4-FFF2-40B4-BE49-F238E27FC236}">
                  <a16:creationId xmlns:a16="http://schemas.microsoft.com/office/drawing/2014/main" id="{34DF1FA8-E42C-4B7D-3EC9-725E994B5F7C}"/>
                </a:ext>
              </a:extLst>
            </p:cNvPr>
            <p:cNvGrpSpPr/>
            <p:nvPr/>
          </p:nvGrpSpPr>
          <p:grpSpPr>
            <a:xfrm>
              <a:off x="4155498" y="3630756"/>
              <a:ext cx="341757" cy="66675"/>
              <a:chOff x="4155498" y="3630756"/>
              <a:chExt cx="341757" cy="66675"/>
            </a:xfrm>
            <a:grpFill/>
          </p:grpSpPr>
          <p:sp>
            <p:nvSpPr>
              <p:cNvPr id="283" name="Полилиния: фигура 282">
                <a:extLst>
                  <a:ext uri="{FF2B5EF4-FFF2-40B4-BE49-F238E27FC236}">
                    <a16:creationId xmlns:a16="http://schemas.microsoft.com/office/drawing/2014/main" id="{D0BD710B-C35B-E8C0-182A-B884CB4585D3}"/>
                  </a:ext>
                </a:extLst>
              </p:cNvPr>
              <p:cNvSpPr/>
              <p:nvPr/>
            </p:nvSpPr>
            <p:spPr>
              <a:xfrm>
                <a:off x="4155498" y="3664094"/>
                <a:ext cx="291750" cy="9525"/>
              </a:xfrm>
              <a:custGeom>
                <a:avLst/>
                <a:gdLst>
                  <a:gd name="csX0" fmla="*/ 0 w 291750"/>
                  <a:gd name="csY0" fmla="*/ 0 h 9525"/>
                  <a:gd name="csX1" fmla="*/ 190500 w 291750"/>
                  <a:gd name="csY1" fmla="*/ 0 h 9525"/>
                  <a:gd name="csX2" fmla="*/ 161925 w 291750"/>
                  <a:gd name="csY2" fmla="*/ 0 h 9525"/>
                  <a:gd name="csX3" fmla="*/ 291751 w 291750"/>
                  <a:gd name="csY3" fmla="*/ 0 h 95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91750" h="9525">
                    <a:moveTo>
                      <a:pt x="0" y="0"/>
                    </a:moveTo>
                    <a:lnTo>
                      <a:pt x="190500" y="0"/>
                    </a:lnTo>
                    <a:lnTo>
                      <a:pt x="161925" y="0"/>
                    </a:lnTo>
                    <a:lnTo>
                      <a:pt x="291751" y="0"/>
                    </a:lnTo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84" name="Полилиния: фигура 283">
                <a:extLst>
                  <a:ext uri="{FF2B5EF4-FFF2-40B4-BE49-F238E27FC236}">
                    <a16:creationId xmlns:a16="http://schemas.microsoft.com/office/drawing/2014/main" id="{68ECCFAC-E835-1077-43F8-702287C3FB6A}"/>
                  </a:ext>
                </a:extLst>
              </p:cNvPr>
              <p:cNvSpPr/>
              <p:nvPr/>
            </p:nvSpPr>
            <p:spPr>
              <a:xfrm>
                <a:off x="4430580" y="3630756"/>
                <a:ext cx="66675" cy="66675"/>
              </a:xfrm>
              <a:custGeom>
                <a:avLst/>
                <a:gdLst>
                  <a:gd name="csX0" fmla="*/ 66675 w 66675"/>
                  <a:gd name="csY0" fmla="*/ 33338 h 66675"/>
                  <a:gd name="csX1" fmla="*/ 0 w 66675"/>
                  <a:gd name="csY1" fmla="*/ 66675 h 66675"/>
                  <a:gd name="csX2" fmla="*/ 16669 w 66675"/>
                  <a:gd name="csY2" fmla="*/ 33338 h 66675"/>
                  <a:gd name="csX3" fmla="*/ 0 w 66675"/>
                  <a:gd name="csY3" fmla="*/ 0 h 66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6675" h="66675">
                    <a:moveTo>
                      <a:pt x="66675" y="33338"/>
                    </a:moveTo>
                    <a:lnTo>
                      <a:pt x="0" y="66675"/>
                    </a:lnTo>
                    <a:lnTo>
                      <a:pt x="16669" y="33338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85" name="Рисунок 29">
              <a:extLst>
                <a:ext uri="{FF2B5EF4-FFF2-40B4-BE49-F238E27FC236}">
                  <a16:creationId xmlns:a16="http://schemas.microsoft.com/office/drawing/2014/main" id="{0C9BA3C4-C5CF-07BB-4550-B458FCB6DB88}"/>
                </a:ext>
              </a:extLst>
            </p:cNvPr>
            <p:cNvGrpSpPr/>
            <p:nvPr/>
          </p:nvGrpSpPr>
          <p:grpSpPr>
            <a:xfrm>
              <a:off x="3012498" y="3521219"/>
              <a:ext cx="1143000" cy="285750"/>
              <a:chOff x="3012498" y="3521219"/>
              <a:chExt cx="1143000" cy="285750"/>
            </a:xfrm>
            <a:grpFill/>
          </p:grpSpPr>
          <p:sp>
            <p:nvSpPr>
              <p:cNvPr id="286" name="Прямоугольник 285">
                <a:extLst>
                  <a:ext uri="{FF2B5EF4-FFF2-40B4-BE49-F238E27FC236}">
                    <a16:creationId xmlns:a16="http://schemas.microsoft.com/office/drawing/2014/main" id="{D9847DEB-3EB3-46DB-3C9F-B0EDABE1B3DD}"/>
                  </a:ext>
                </a:extLst>
              </p:cNvPr>
              <p:cNvSpPr/>
              <p:nvPr/>
            </p:nvSpPr>
            <p:spPr>
              <a:xfrm>
                <a:off x="3012498" y="35212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87" name="Рисунок 286">
                <a:extLst>
                  <a:ext uri="{FF2B5EF4-FFF2-40B4-BE49-F238E27FC236}">
                    <a16:creationId xmlns:a16="http://schemas.microsoft.com/office/drawing/2014/main" id="{DB8D6317-ADC8-290A-2B89-E45BDEB23F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 bright="70000" contrast="-70000"/>
              </a:blip>
              <a:stretch>
                <a:fillRect/>
              </a:stretch>
            </p:blipFill>
            <p:spPr>
              <a:xfrm>
                <a:off x="3022023" y="36021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88" name="Рисунок 29">
              <a:extLst>
                <a:ext uri="{FF2B5EF4-FFF2-40B4-BE49-F238E27FC236}">
                  <a16:creationId xmlns:a16="http://schemas.microsoft.com/office/drawing/2014/main" id="{0A50F4A2-647F-8FD6-CA4E-616F312FC263}"/>
                </a:ext>
              </a:extLst>
            </p:cNvPr>
            <p:cNvGrpSpPr/>
            <p:nvPr/>
          </p:nvGrpSpPr>
          <p:grpSpPr>
            <a:xfrm>
              <a:off x="4507923" y="3521219"/>
              <a:ext cx="1143000" cy="285750"/>
              <a:chOff x="4507923" y="3521219"/>
              <a:chExt cx="1143000" cy="285750"/>
            </a:xfrm>
            <a:grpFill/>
          </p:grpSpPr>
          <p:sp>
            <p:nvSpPr>
              <p:cNvPr id="289" name="Прямоугольник 288">
                <a:extLst>
                  <a:ext uri="{FF2B5EF4-FFF2-40B4-BE49-F238E27FC236}">
                    <a16:creationId xmlns:a16="http://schemas.microsoft.com/office/drawing/2014/main" id="{C7E5E49B-49BB-40DA-31AA-C333CE1CB16F}"/>
                  </a:ext>
                </a:extLst>
              </p:cNvPr>
              <p:cNvSpPr/>
              <p:nvPr/>
            </p:nvSpPr>
            <p:spPr>
              <a:xfrm>
                <a:off x="4507923" y="35212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90" name="Рисунок 289">
                <a:extLst>
                  <a:ext uri="{FF2B5EF4-FFF2-40B4-BE49-F238E27FC236}">
                    <a16:creationId xmlns:a16="http://schemas.microsoft.com/office/drawing/2014/main" id="{FEEA4C8C-1FDC-4283-7EAD-2FB349F0E0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 bright="70000" contrast="-70000"/>
              </a:blip>
              <a:stretch>
                <a:fillRect/>
              </a:stretch>
            </p:blipFill>
            <p:spPr>
              <a:xfrm>
                <a:off x="4517448" y="36021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91" name="Рисунок 29">
              <a:extLst>
                <a:ext uri="{FF2B5EF4-FFF2-40B4-BE49-F238E27FC236}">
                  <a16:creationId xmlns:a16="http://schemas.microsoft.com/office/drawing/2014/main" id="{370D0003-F721-4DFD-3BD1-B02050A71773}"/>
                </a:ext>
              </a:extLst>
            </p:cNvPr>
            <p:cNvGrpSpPr/>
            <p:nvPr/>
          </p:nvGrpSpPr>
          <p:grpSpPr>
            <a:xfrm>
              <a:off x="4507923" y="2759219"/>
              <a:ext cx="1143000" cy="285750"/>
              <a:chOff x="4507923" y="2759219"/>
              <a:chExt cx="1143000" cy="285750"/>
            </a:xfrm>
            <a:grpFill/>
          </p:grpSpPr>
          <p:sp>
            <p:nvSpPr>
              <p:cNvPr id="292" name="Прямоугольник 291">
                <a:extLst>
                  <a:ext uri="{FF2B5EF4-FFF2-40B4-BE49-F238E27FC236}">
                    <a16:creationId xmlns:a16="http://schemas.microsoft.com/office/drawing/2014/main" id="{367D85EA-AE4F-7730-9060-6FEE9E84140A}"/>
                  </a:ext>
                </a:extLst>
              </p:cNvPr>
              <p:cNvSpPr/>
              <p:nvPr/>
            </p:nvSpPr>
            <p:spPr>
              <a:xfrm>
                <a:off x="4507923" y="27592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93" name="Рисунок 292">
                <a:extLst>
                  <a:ext uri="{FF2B5EF4-FFF2-40B4-BE49-F238E27FC236}">
                    <a16:creationId xmlns:a16="http://schemas.microsoft.com/office/drawing/2014/main" id="{F365D4B8-077D-0DFD-E936-736B5B2E65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 bright="70000" contrast="-70000"/>
              </a:blip>
              <a:stretch>
                <a:fillRect/>
              </a:stretch>
            </p:blipFill>
            <p:spPr>
              <a:xfrm>
                <a:off x="4517448" y="28401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</p:grpSp>
      <p:cxnSp>
        <p:nvCxnSpPr>
          <p:cNvPr id="296" name="Прямая со стрелкой 295">
            <a:extLst>
              <a:ext uri="{FF2B5EF4-FFF2-40B4-BE49-F238E27FC236}">
                <a16:creationId xmlns:a16="http://schemas.microsoft.com/office/drawing/2014/main" id="{C0500398-48B9-B2EA-EDA8-CEF994137F3F}"/>
              </a:ext>
            </a:extLst>
          </p:cNvPr>
          <p:cNvCxnSpPr>
            <a:cxnSpLocks/>
            <a:endCxn id="293" idx="0"/>
          </p:cNvCxnSpPr>
          <p:nvPr/>
        </p:nvCxnSpPr>
        <p:spPr>
          <a:xfrm>
            <a:off x="5938476" y="2967905"/>
            <a:ext cx="544410" cy="18402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Прямая со стрелкой 298">
            <a:extLst>
              <a:ext uri="{FF2B5EF4-FFF2-40B4-BE49-F238E27FC236}">
                <a16:creationId xmlns:a16="http://schemas.microsoft.com/office/drawing/2014/main" id="{5F47E643-E12E-6EB4-F062-CDA1B3A296AE}"/>
              </a:ext>
            </a:extLst>
          </p:cNvPr>
          <p:cNvCxnSpPr>
            <a:stCxn id="279" idx="3"/>
            <a:endCxn id="293" idx="3"/>
          </p:cNvCxnSpPr>
          <p:nvPr/>
        </p:nvCxnSpPr>
        <p:spPr>
          <a:xfrm flipV="1">
            <a:off x="5938476" y="3392579"/>
            <a:ext cx="544410" cy="13448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TextBox 300">
            <a:extLst>
              <a:ext uri="{FF2B5EF4-FFF2-40B4-BE49-F238E27FC236}">
                <a16:creationId xmlns:a16="http://schemas.microsoft.com/office/drawing/2014/main" id="{C67EEC20-88E9-19F0-53E6-EF436532F690}"/>
              </a:ext>
            </a:extLst>
          </p:cNvPr>
          <p:cNvSpPr txBox="1"/>
          <p:nvPr/>
        </p:nvSpPr>
        <p:spPr>
          <a:xfrm>
            <a:off x="100389" y="1174605"/>
            <a:ext cx="3688811" cy="2637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</a:rPr>
              <a:t>Используется N-Layer архитектура:</a:t>
            </a:r>
            <a:endParaRPr lang="en-US" b="1" dirty="0">
              <a:solidFill>
                <a:schemeClr val="bg1"/>
              </a:solidFill>
            </a:endParaRPr>
          </a:p>
          <a:p>
            <a:pPr marL="180000" lvl="3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1. </a:t>
            </a:r>
            <a:r>
              <a:rPr lang="ru-RU" b="1" dirty="0">
                <a:solidFill>
                  <a:schemeClr val="bg1"/>
                </a:solidFill>
              </a:rPr>
              <a:t>Контроллеры</a:t>
            </a:r>
            <a:endParaRPr lang="en-US" b="1" dirty="0">
              <a:solidFill>
                <a:schemeClr val="bg1"/>
              </a:solidFill>
            </a:endParaRPr>
          </a:p>
          <a:p>
            <a:pPr marL="180000" lvl="3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2. </a:t>
            </a:r>
            <a:r>
              <a:rPr lang="ru-RU" b="1" dirty="0">
                <a:solidFill>
                  <a:schemeClr val="bg1"/>
                </a:solidFill>
              </a:rPr>
              <a:t>Сервисы</a:t>
            </a:r>
            <a:endParaRPr lang="en-US" b="1" dirty="0">
              <a:solidFill>
                <a:schemeClr val="bg1"/>
              </a:solidFill>
            </a:endParaRPr>
          </a:p>
          <a:p>
            <a:pPr marL="180000" lvl="3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3. </a:t>
            </a:r>
            <a:r>
              <a:rPr lang="ru-RU" b="1" dirty="0">
                <a:solidFill>
                  <a:schemeClr val="bg1"/>
                </a:solidFill>
              </a:rPr>
              <a:t>Репозитории.</a:t>
            </a:r>
            <a:endParaRPr lang="en-US" b="1" dirty="0">
              <a:solidFill>
                <a:schemeClr val="bg1"/>
              </a:solidFill>
            </a:endParaRPr>
          </a:p>
          <a:p>
            <a:pPr lvl="1"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</a:rPr>
              <a:t>У каждого слоя своя ответственность и он не знает о существовании других слоев. Это обеспечивает гибкость и тестируемость. </a:t>
            </a:r>
          </a:p>
        </p:txBody>
      </p:sp>
      <p:grpSp>
        <p:nvGrpSpPr>
          <p:cNvPr id="385" name="Google Shape;9766;p77">
            <a:extLst>
              <a:ext uri="{FF2B5EF4-FFF2-40B4-BE49-F238E27FC236}">
                <a16:creationId xmlns:a16="http://schemas.microsoft.com/office/drawing/2014/main" id="{7A64AE01-A6D0-60E4-1E26-5EFE6976FB8E}"/>
              </a:ext>
            </a:extLst>
          </p:cNvPr>
          <p:cNvGrpSpPr/>
          <p:nvPr/>
        </p:nvGrpSpPr>
        <p:grpSpPr>
          <a:xfrm>
            <a:off x="7661191" y="132752"/>
            <a:ext cx="1226500" cy="1293324"/>
            <a:chOff x="4206459" y="1191441"/>
            <a:chExt cx="712557" cy="785901"/>
          </a:xfrm>
        </p:grpSpPr>
        <p:sp>
          <p:nvSpPr>
            <p:cNvPr id="386" name="Google Shape;9767;p77">
              <a:extLst>
                <a:ext uri="{FF2B5EF4-FFF2-40B4-BE49-F238E27FC236}">
                  <a16:creationId xmlns:a16="http://schemas.microsoft.com/office/drawing/2014/main" id="{627E986B-714E-46DB-2260-137295E32CD0}"/>
                </a:ext>
              </a:extLst>
            </p:cNvPr>
            <p:cNvSpPr/>
            <p:nvPr/>
          </p:nvSpPr>
          <p:spPr>
            <a:xfrm>
              <a:off x="4548248" y="1328649"/>
              <a:ext cx="325201" cy="322547"/>
            </a:xfrm>
            <a:custGeom>
              <a:avLst/>
              <a:gdLst/>
              <a:ahLst/>
              <a:cxnLst/>
              <a:rect l="l" t="t" r="r" b="b"/>
              <a:pathLst>
                <a:path w="25486" h="25278" extrusionOk="0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9768;p77">
              <a:extLst>
                <a:ext uri="{FF2B5EF4-FFF2-40B4-BE49-F238E27FC236}">
                  <a16:creationId xmlns:a16="http://schemas.microsoft.com/office/drawing/2014/main" id="{AA9CC7D3-AD05-D516-E7A7-525C90DFAD48}"/>
                </a:ext>
              </a:extLst>
            </p:cNvPr>
            <p:cNvSpPr/>
            <p:nvPr/>
          </p:nvSpPr>
          <p:spPr>
            <a:xfrm>
              <a:off x="4557499" y="1656607"/>
              <a:ext cx="306674" cy="306648"/>
            </a:xfrm>
            <a:custGeom>
              <a:avLst/>
              <a:gdLst/>
              <a:ahLst/>
              <a:cxnLst/>
              <a:rect l="l" t="t" r="r" b="b"/>
              <a:pathLst>
                <a:path w="24034" h="24032" extrusionOk="0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9769;p77">
              <a:extLst>
                <a:ext uri="{FF2B5EF4-FFF2-40B4-BE49-F238E27FC236}">
                  <a16:creationId xmlns:a16="http://schemas.microsoft.com/office/drawing/2014/main" id="{BD99BC11-5250-6D1E-15E0-17FE80B1E031}"/>
                </a:ext>
              </a:extLst>
            </p:cNvPr>
            <p:cNvSpPr/>
            <p:nvPr/>
          </p:nvSpPr>
          <p:spPr>
            <a:xfrm>
              <a:off x="4251067" y="1523035"/>
              <a:ext cx="327536" cy="325023"/>
            </a:xfrm>
            <a:custGeom>
              <a:avLst/>
              <a:gdLst/>
              <a:ahLst/>
              <a:cxnLst/>
              <a:rect l="l" t="t" r="r" b="b"/>
              <a:pathLst>
                <a:path w="25669" h="25472" extrusionOk="0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9770;p77">
              <a:extLst>
                <a:ext uri="{FF2B5EF4-FFF2-40B4-BE49-F238E27FC236}">
                  <a16:creationId xmlns:a16="http://schemas.microsoft.com/office/drawing/2014/main" id="{8225EC79-4D2C-5282-E1C2-986A39235861}"/>
                </a:ext>
              </a:extLst>
            </p:cNvPr>
            <p:cNvSpPr/>
            <p:nvPr/>
          </p:nvSpPr>
          <p:spPr>
            <a:xfrm>
              <a:off x="4277366" y="1220917"/>
              <a:ext cx="292242" cy="292217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0" name="Google Shape;9771;p77">
              <a:extLst>
                <a:ext uri="{FF2B5EF4-FFF2-40B4-BE49-F238E27FC236}">
                  <a16:creationId xmlns:a16="http://schemas.microsoft.com/office/drawing/2014/main" id="{A75018B9-F520-FFCF-4D2C-B25FEEB07593}"/>
                </a:ext>
              </a:extLst>
            </p:cNvPr>
            <p:cNvGrpSpPr/>
            <p:nvPr/>
          </p:nvGrpSpPr>
          <p:grpSpPr>
            <a:xfrm>
              <a:off x="4644280" y="1290523"/>
              <a:ext cx="143716" cy="29463"/>
              <a:chOff x="4644280" y="1290523"/>
              <a:chExt cx="143716" cy="29463"/>
            </a:xfrm>
          </p:grpSpPr>
          <p:sp>
            <p:nvSpPr>
              <p:cNvPr id="420" name="Google Shape;9772;p77">
                <a:extLst>
                  <a:ext uri="{FF2B5EF4-FFF2-40B4-BE49-F238E27FC236}">
                    <a16:creationId xmlns:a16="http://schemas.microsoft.com/office/drawing/2014/main" id="{1E0FB936-B6BB-B52B-C750-ECAF821B0170}"/>
                  </a:ext>
                </a:extLst>
              </p:cNvPr>
              <p:cNvSpPr/>
              <p:nvPr/>
            </p:nvSpPr>
            <p:spPr>
              <a:xfrm>
                <a:off x="4736292" y="1294223"/>
                <a:ext cx="51704" cy="25762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19" extrusionOk="0">
                    <a:moveTo>
                      <a:pt x="273" y="0"/>
                    </a:moveTo>
                    <a:cubicBezTo>
                      <a:pt x="158" y="0"/>
                      <a:pt x="53" y="81"/>
                      <a:pt x="29" y="199"/>
                    </a:cubicBezTo>
                    <a:cubicBezTo>
                      <a:pt x="0" y="339"/>
                      <a:pt x="87" y="475"/>
                      <a:pt x="225" y="507"/>
                    </a:cubicBezTo>
                    <a:cubicBezTo>
                      <a:pt x="1077" y="720"/>
                      <a:pt x="1895" y="1048"/>
                      <a:pt x="2655" y="1487"/>
                    </a:cubicBezTo>
                    <a:lnTo>
                      <a:pt x="2505" y="1740"/>
                    </a:lnTo>
                    <a:cubicBezTo>
                      <a:pt x="2459" y="1818"/>
                      <a:pt x="2511" y="1919"/>
                      <a:pt x="2603" y="1925"/>
                    </a:cubicBezTo>
                    <a:lnTo>
                      <a:pt x="3885" y="2018"/>
                    </a:lnTo>
                    <a:cubicBezTo>
                      <a:pt x="3889" y="2019"/>
                      <a:pt x="3892" y="2019"/>
                      <a:pt x="3896" y="2019"/>
                    </a:cubicBezTo>
                    <a:cubicBezTo>
                      <a:pt x="3991" y="2019"/>
                      <a:pt x="4052" y="1911"/>
                      <a:pt x="3999" y="1829"/>
                    </a:cubicBezTo>
                    <a:lnTo>
                      <a:pt x="3302" y="747"/>
                    </a:lnTo>
                    <a:cubicBezTo>
                      <a:pt x="3278" y="709"/>
                      <a:pt x="3238" y="690"/>
                      <a:pt x="3198" y="690"/>
                    </a:cubicBezTo>
                    <a:cubicBezTo>
                      <a:pt x="3157" y="690"/>
                      <a:pt x="3116" y="710"/>
                      <a:pt x="3093" y="750"/>
                    </a:cubicBezTo>
                    <a:lnTo>
                      <a:pt x="2917" y="1048"/>
                    </a:lnTo>
                    <a:cubicBezTo>
                      <a:pt x="2108" y="582"/>
                      <a:pt x="1237" y="231"/>
                      <a:pt x="330" y="7"/>
                    </a:cubicBezTo>
                    <a:cubicBezTo>
                      <a:pt x="311" y="3"/>
                      <a:pt x="292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9773;p77">
                <a:extLst>
                  <a:ext uri="{FF2B5EF4-FFF2-40B4-BE49-F238E27FC236}">
                    <a16:creationId xmlns:a16="http://schemas.microsoft.com/office/drawing/2014/main" id="{135FA01B-1581-692B-AD84-92A262BEDE55}"/>
                  </a:ext>
                </a:extLst>
              </p:cNvPr>
              <p:cNvSpPr/>
              <p:nvPr/>
            </p:nvSpPr>
            <p:spPr>
              <a:xfrm>
                <a:off x="4700066" y="1290523"/>
                <a:ext cx="32206" cy="7988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6" extrusionOk="0">
                    <a:moveTo>
                      <a:pt x="787" y="1"/>
                    </a:moveTo>
                    <a:cubicBezTo>
                      <a:pt x="606" y="1"/>
                      <a:pt x="423" y="7"/>
                      <a:pt x="242" y="18"/>
                    </a:cubicBezTo>
                    <a:cubicBezTo>
                      <a:pt x="104" y="31"/>
                      <a:pt x="0" y="151"/>
                      <a:pt x="10" y="291"/>
                    </a:cubicBezTo>
                    <a:cubicBezTo>
                      <a:pt x="21" y="425"/>
                      <a:pt x="131" y="526"/>
                      <a:pt x="264" y="526"/>
                    </a:cubicBezTo>
                    <a:cubicBezTo>
                      <a:pt x="269" y="526"/>
                      <a:pt x="274" y="526"/>
                      <a:pt x="279" y="526"/>
                    </a:cubicBezTo>
                    <a:cubicBezTo>
                      <a:pt x="447" y="516"/>
                      <a:pt x="617" y="510"/>
                      <a:pt x="787" y="510"/>
                    </a:cubicBezTo>
                    <a:cubicBezTo>
                      <a:pt x="1261" y="512"/>
                      <a:pt x="1735" y="548"/>
                      <a:pt x="2204" y="622"/>
                    </a:cubicBezTo>
                    <a:cubicBezTo>
                      <a:pt x="2218" y="624"/>
                      <a:pt x="2232" y="626"/>
                      <a:pt x="2246" y="626"/>
                    </a:cubicBezTo>
                    <a:cubicBezTo>
                      <a:pt x="2364" y="626"/>
                      <a:pt x="2469" y="542"/>
                      <a:pt x="2495" y="422"/>
                    </a:cubicBezTo>
                    <a:cubicBezTo>
                      <a:pt x="2524" y="281"/>
                      <a:pt x="2430" y="145"/>
                      <a:pt x="2289" y="121"/>
                    </a:cubicBezTo>
                    <a:cubicBezTo>
                      <a:pt x="1792" y="41"/>
                      <a:pt x="1289" y="1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9774;p77">
                <a:extLst>
                  <a:ext uri="{FF2B5EF4-FFF2-40B4-BE49-F238E27FC236}">
                    <a16:creationId xmlns:a16="http://schemas.microsoft.com/office/drawing/2014/main" id="{17C05012-21A5-52D7-D550-FD2E1DFC4913}"/>
                  </a:ext>
                </a:extLst>
              </p:cNvPr>
              <p:cNvSpPr/>
              <p:nvPr/>
            </p:nvSpPr>
            <p:spPr>
              <a:xfrm>
                <a:off x="4644280" y="1300641"/>
                <a:ext cx="20225" cy="13283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41" extrusionOk="0">
                    <a:moveTo>
                      <a:pt x="1331" y="0"/>
                    </a:moveTo>
                    <a:cubicBezTo>
                      <a:pt x="1304" y="0"/>
                      <a:pt x="1277" y="6"/>
                      <a:pt x="1251" y="16"/>
                    </a:cubicBezTo>
                    <a:cubicBezTo>
                      <a:pt x="880" y="175"/>
                      <a:pt x="518" y="356"/>
                      <a:pt x="170" y="558"/>
                    </a:cubicBezTo>
                    <a:cubicBezTo>
                      <a:pt x="60" y="622"/>
                      <a:pt x="1" y="758"/>
                      <a:pt x="47" y="876"/>
                    </a:cubicBezTo>
                    <a:cubicBezTo>
                      <a:pt x="87" y="979"/>
                      <a:pt x="185" y="1040"/>
                      <a:pt x="287" y="1040"/>
                    </a:cubicBezTo>
                    <a:cubicBezTo>
                      <a:pt x="330" y="1040"/>
                      <a:pt x="373" y="1029"/>
                      <a:pt x="414" y="1006"/>
                    </a:cubicBezTo>
                    <a:cubicBezTo>
                      <a:pt x="729" y="822"/>
                      <a:pt x="1056" y="657"/>
                      <a:pt x="1391" y="513"/>
                    </a:cubicBezTo>
                    <a:cubicBezTo>
                      <a:pt x="1520" y="457"/>
                      <a:pt x="1584" y="311"/>
                      <a:pt x="1540" y="178"/>
                    </a:cubicBezTo>
                    <a:lnTo>
                      <a:pt x="1527" y="141"/>
                    </a:lnTo>
                    <a:cubicBezTo>
                      <a:pt x="1497" y="55"/>
                      <a:pt x="1417" y="0"/>
                      <a:pt x="133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9775;p77">
                <a:extLst>
                  <a:ext uri="{FF2B5EF4-FFF2-40B4-BE49-F238E27FC236}">
                    <a16:creationId xmlns:a16="http://schemas.microsoft.com/office/drawing/2014/main" id="{469EB96F-AF22-ECAD-BD16-B54C3A816683}"/>
                  </a:ext>
                </a:extLst>
              </p:cNvPr>
              <p:cNvSpPr/>
              <p:nvPr/>
            </p:nvSpPr>
            <p:spPr>
              <a:xfrm>
                <a:off x="4667822" y="1291888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3"/>
                    </a:cubicBezTo>
                    <a:lnTo>
                      <a:pt x="1871" y="4"/>
                    </a:lnTo>
                    <a:cubicBezTo>
                      <a:pt x="1306" y="88"/>
                      <a:pt x="748" y="220"/>
                      <a:pt x="205" y="400"/>
                    </a:cubicBezTo>
                    <a:cubicBezTo>
                      <a:pt x="71" y="446"/>
                      <a:pt x="0" y="592"/>
                      <a:pt x="47" y="725"/>
                    </a:cubicBezTo>
                    <a:cubicBezTo>
                      <a:pt x="84" y="830"/>
                      <a:pt x="182" y="896"/>
                      <a:pt x="288" y="896"/>
                    </a:cubicBezTo>
                    <a:cubicBezTo>
                      <a:pt x="315" y="896"/>
                      <a:pt x="343" y="891"/>
                      <a:pt x="370" y="882"/>
                    </a:cubicBezTo>
                    <a:cubicBezTo>
                      <a:pt x="881" y="714"/>
                      <a:pt x="1406" y="587"/>
                      <a:pt x="1940" y="509"/>
                    </a:cubicBezTo>
                    <a:cubicBezTo>
                      <a:pt x="2079" y="490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1" name="Google Shape;9776;p77">
              <a:extLst>
                <a:ext uri="{FF2B5EF4-FFF2-40B4-BE49-F238E27FC236}">
                  <a16:creationId xmlns:a16="http://schemas.microsoft.com/office/drawing/2014/main" id="{25FADED5-1D70-11E3-FA16-90E41DD9CFE0}"/>
                </a:ext>
              </a:extLst>
            </p:cNvPr>
            <p:cNvGrpSpPr/>
            <p:nvPr/>
          </p:nvGrpSpPr>
          <p:grpSpPr>
            <a:xfrm>
              <a:off x="4356567" y="1191441"/>
              <a:ext cx="143690" cy="29488"/>
              <a:chOff x="4356567" y="1191441"/>
              <a:chExt cx="143690" cy="29488"/>
            </a:xfrm>
          </p:grpSpPr>
          <p:sp>
            <p:nvSpPr>
              <p:cNvPr id="416" name="Google Shape;9777;p77">
                <a:extLst>
                  <a:ext uri="{FF2B5EF4-FFF2-40B4-BE49-F238E27FC236}">
                    <a16:creationId xmlns:a16="http://schemas.microsoft.com/office/drawing/2014/main" id="{C3FFD0C7-F7E1-EEA6-68C2-F15A1DE5CB79}"/>
                  </a:ext>
                </a:extLst>
              </p:cNvPr>
              <p:cNvSpPr/>
              <p:nvPr/>
            </p:nvSpPr>
            <p:spPr>
              <a:xfrm>
                <a:off x="4448554" y="1195154"/>
                <a:ext cx="51704" cy="25775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20" extrusionOk="0">
                    <a:moveTo>
                      <a:pt x="272" y="1"/>
                    </a:moveTo>
                    <a:cubicBezTo>
                      <a:pt x="157" y="1"/>
                      <a:pt x="54" y="82"/>
                      <a:pt x="29" y="200"/>
                    </a:cubicBezTo>
                    <a:cubicBezTo>
                      <a:pt x="0" y="338"/>
                      <a:pt x="87" y="474"/>
                      <a:pt x="225" y="507"/>
                    </a:cubicBezTo>
                    <a:cubicBezTo>
                      <a:pt x="1077" y="719"/>
                      <a:pt x="1895" y="1049"/>
                      <a:pt x="2657" y="1486"/>
                    </a:cubicBezTo>
                    <a:lnTo>
                      <a:pt x="2505" y="1740"/>
                    </a:lnTo>
                    <a:cubicBezTo>
                      <a:pt x="2459" y="1819"/>
                      <a:pt x="2511" y="1918"/>
                      <a:pt x="2603" y="1926"/>
                    </a:cubicBezTo>
                    <a:lnTo>
                      <a:pt x="3887" y="2019"/>
                    </a:lnTo>
                    <a:cubicBezTo>
                      <a:pt x="3890" y="2019"/>
                      <a:pt x="3893" y="2019"/>
                      <a:pt x="3895" y="2019"/>
                    </a:cubicBezTo>
                    <a:cubicBezTo>
                      <a:pt x="3991" y="2019"/>
                      <a:pt x="4052" y="1913"/>
                      <a:pt x="3999" y="1830"/>
                    </a:cubicBezTo>
                    <a:lnTo>
                      <a:pt x="3302" y="746"/>
                    </a:lnTo>
                    <a:cubicBezTo>
                      <a:pt x="3278" y="709"/>
                      <a:pt x="3239" y="690"/>
                      <a:pt x="3200" y="690"/>
                    </a:cubicBezTo>
                    <a:cubicBezTo>
                      <a:pt x="3159" y="690"/>
                      <a:pt x="3118" y="711"/>
                      <a:pt x="3094" y="751"/>
                    </a:cubicBezTo>
                    <a:lnTo>
                      <a:pt x="2917" y="1047"/>
                    </a:lnTo>
                    <a:cubicBezTo>
                      <a:pt x="2108" y="581"/>
                      <a:pt x="1237" y="230"/>
                      <a:pt x="330" y="8"/>
                    </a:cubicBezTo>
                    <a:cubicBezTo>
                      <a:pt x="311" y="3"/>
                      <a:pt x="291" y="1"/>
                      <a:pt x="272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9778;p77">
                <a:extLst>
                  <a:ext uri="{FF2B5EF4-FFF2-40B4-BE49-F238E27FC236}">
                    <a16:creationId xmlns:a16="http://schemas.microsoft.com/office/drawing/2014/main" id="{2855B930-C8D0-F1D0-96A9-DA0563A0F335}"/>
                  </a:ext>
                </a:extLst>
              </p:cNvPr>
              <p:cNvSpPr/>
              <p:nvPr/>
            </p:nvSpPr>
            <p:spPr>
              <a:xfrm>
                <a:off x="4412341" y="1191441"/>
                <a:ext cx="32206" cy="8013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8" extrusionOk="0">
                    <a:moveTo>
                      <a:pt x="787" y="1"/>
                    </a:moveTo>
                    <a:cubicBezTo>
                      <a:pt x="605" y="1"/>
                      <a:pt x="424" y="7"/>
                      <a:pt x="241" y="19"/>
                    </a:cubicBezTo>
                    <a:cubicBezTo>
                      <a:pt x="103" y="31"/>
                      <a:pt x="1" y="153"/>
                      <a:pt x="11" y="291"/>
                    </a:cubicBezTo>
                    <a:cubicBezTo>
                      <a:pt x="20" y="425"/>
                      <a:pt x="132" y="528"/>
                      <a:pt x="263" y="528"/>
                    </a:cubicBezTo>
                    <a:cubicBezTo>
                      <a:pt x="268" y="528"/>
                      <a:pt x="273" y="528"/>
                      <a:pt x="278" y="528"/>
                    </a:cubicBezTo>
                    <a:cubicBezTo>
                      <a:pt x="448" y="518"/>
                      <a:pt x="617" y="512"/>
                      <a:pt x="787" y="512"/>
                    </a:cubicBezTo>
                    <a:cubicBezTo>
                      <a:pt x="1261" y="512"/>
                      <a:pt x="1734" y="550"/>
                      <a:pt x="2203" y="624"/>
                    </a:cubicBezTo>
                    <a:cubicBezTo>
                      <a:pt x="2217" y="626"/>
                      <a:pt x="2231" y="627"/>
                      <a:pt x="2245" y="627"/>
                    </a:cubicBezTo>
                    <a:cubicBezTo>
                      <a:pt x="2363" y="627"/>
                      <a:pt x="2470" y="544"/>
                      <a:pt x="2494" y="424"/>
                    </a:cubicBezTo>
                    <a:cubicBezTo>
                      <a:pt x="2523" y="283"/>
                      <a:pt x="2430" y="145"/>
                      <a:pt x="2288" y="121"/>
                    </a:cubicBezTo>
                    <a:cubicBezTo>
                      <a:pt x="1791" y="43"/>
                      <a:pt x="1288" y="3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9779;p77">
                <a:extLst>
                  <a:ext uri="{FF2B5EF4-FFF2-40B4-BE49-F238E27FC236}">
                    <a16:creationId xmlns:a16="http://schemas.microsoft.com/office/drawing/2014/main" id="{094524FD-61D6-6478-C0E0-517584143A1E}"/>
                  </a:ext>
                </a:extLst>
              </p:cNvPr>
              <p:cNvSpPr/>
              <p:nvPr/>
            </p:nvSpPr>
            <p:spPr>
              <a:xfrm>
                <a:off x="4356567" y="1201573"/>
                <a:ext cx="20212" cy="13270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1040" extrusionOk="0">
                    <a:moveTo>
                      <a:pt x="1330" y="1"/>
                    </a:moveTo>
                    <a:cubicBezTo>
                      <a:pt x="1303" y="1"/>
                      <a:pt x="1276" y="6"/>
                      <a:pt x="1249" y="17"/>
                    </a:cubicBezTo>
                    <a:cubicBezTo>
                      <a:pt x="878" y="174"/>
                      <a:pt x="518" y="355"/>
                      <a:pt x="168" y="557"/>
                    </a:cubicBezTo>
                    <a:cubicBezTo>
                      <a:pt x="58" y="621"/>
                      <a:pt x="0" y="757"/>
                      <a:pt x="47" y="876"/>
                    </a:cubicBezTo>
                    <a:cubicBezTo>
                      <a:pt x="86" y="979"/>
                      <a:pt x="183" y="1040"/>
                      <a:pt x="284" y="1040"/>
                    </a:cubicBezTo>
                    <a:cubicBezTo>
                      <a:pt x="327" y="1040"/>
                      <a:pt x="371" y="1029"/>
                      <a:pt x="412" y="1005"/>
                    </a:cubicBezTo>
                    <a:cubicBezTo>
                      <a:pt x="727" y="823"/>
                      <a:pt x="1054" y="658"/>
                      <a:pt x="1389" y="512"/>
                    </a:cubicBezTo>
                    <a:cubicBezTo>
                      <a:pt x="1518" y="458"/>
                      <a:pt x="1584" y="312"/>
                      <a:pt x="1538" y="177"/>
                    </a:cubicBezTo>
                    <a:lnTo>
                      <a:pt x="1525" y="141"/>
                    </a:lnTo>
                    <a:cubicBezTo>
                      <a:pt x="1496" y="54"/>
                      <a:pt x="1415" y="1"/>
                      <a:pt x="133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9780;p77">
                <a:extLst>
                  <a:ext uri="{FF2B5EF4-FFF2-40B4-BE49-F238E27FC236}">
                    <a16:creationId xmlns:a16="http://schemas.microsoft.com/office/drawing/2014/main" id="{FC3EC780-DF14-0F6A-4142-32A16DCB63DB}"/>
                  </a:ext>
                </a:extLst>
              </p:cNvPr>
              <p:cNvSpPr/>
              <p:nvPr/>
            </p:nvSpPr>
            <p:spPr>
              <a:xfrm>
                <a:off x="4380084" y="1192832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2"/>
                    </a:cubicBezTo>
                    <a:cubicBezTo>
                      <a:pt x="1306" y="87"/>
                      <a:pt x="748" y="220"/>
                      <a:pt x="205" y="400"/>
                    </a:cubicBezTo>
                    <a:cubicBezTo>
                      <a:pt x="71" y="444"/>
                      <a:pt x="0" y="590"/>
                      <a:pt x="47" y="725"/>
                    </a:cubicBezTo>
                    <a:cubicBezTo>
                      <a:pt x="84" y="829"/>
                      <a:pt x="183" y="895"/>
                      <a:pt x="288" y="895"/>
                    </a:cubicBezTo>
                    <a:cubicBezTo>
                      <a:pt x="316" y="895"/>
                      <a:pt x="343" y="891"/>
                      <a:pt x="370" y="882"/>
                    </a:cubicBezTo>
                    <a:cubicBezTo>
                      <a:pt x="883" y="712"/>
                      <a:pt x="1408" y="587"/>
                      <a:pt x="1941" y="507"/>
                    </a:cubicBezTo>
                    <a:cubicBezTo>
                      <a:pt x="2081" y="488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2" name="Google Shape;9781;p77">
              <a:extLst>
                <a:ext uri="{FF2B5EF4-FFF2-40B4-BE49-F238E27FC236}">
                  <a16:creationId xmlns:a16="http://schemas.microsoft.com/office/drawing/2014/main" id="{BE8D1E15-A9AA-84CD-0A0A-1EDD0908B0B7}"/>
                </a:ext>
              </a:extLst>
            </p:cNvPr>
            <p:cNvGrpSpPr/>
            <p:nvPr/>
          </p:nvGrpSpPr>
          <p:grpSpPr>
            <a:xfrm>
              <a:off x="4339009" y="1863727"/>
              <a:ext cx="143703" cy="29476"/>
              <a:chOff x="4339009" y="1863727"/>
              <a:chExt cx="143703" cy="29476"/>
            </a:xfrm>
          </p:grpSpPr>
          <p:sp>
            <p:nvSpPr>
              <p:cNvPr id="412" name="Google Shape;9782;p77">
                <a:extLst>
                  <a:ext uri="{FF2B5EF4-FFF2-40B4-BE49-F238E27FC236}">
                    <a16:creationId xmlns:a16="http://schemas.microsoft.com/office/drawing/2014/main" id="{8CC66C46-9750-9A22-A792-72D7A9605879}"/>
                  </a:ext>
                </a:extLst>
              </p:cNvPr>
              <p:cNvSpPr/>
              <p:nvPr/>
            </p:nvSpPr>
            <p:spPr>
              <a:xfrm>
                <a:off x="4339009" y="1863727"/>
                <a:ext cx="51691" cy="25762"/>
              </a:xfrm>
              <a:custGeom>
                <a:avLst/>
                <a:gdLst/>
                <a:ahLst/>
                <a:cxnLst/>
                <a:rect l="l" t="t" r="r" b="b"/>
                <a:pathLst>
                  <a:path w="4051" h="2019" extrusionOk="0">
                    <a:moveTo>
                      <a:pt x="157" y="1"/>
                    </a:moveTo>
                    <a:cubicBezTo>
                      <a:pt x="61" y="1"/>
                      <a:pt x="1" y="107"/>
                      <a:pt x="54" y="190"/>
                    </a:cubicBezTo>
                    <a:lnTo>
                      <a:pt x="750" y="1274"/>
                    </a:lnTo>
                    <a:cubicBezTo>
                      <a:pt x="774" y="1311"/>
                      <a:pt x="813" y="1330"/>
                      <a:pt x="852" y="1330"/>
                    </a:cubicBezTo>
                    <a:cubicBezTo>
                      <a:pt x="893" y="1330"/>
                      <a:pt x="935" y="1309"/>
                      <a:pt x="958" y="1269"/>
                    </a:cubicBezTo>
                    <a:lnTo>
                      <a:pt x="1136" y="973"/>
                    </a:lnTo>
                    <a:cubicBezTo>
                      <a:pt x="1945" y="1439"/>
                      <a:pt x="2816" y="1788"/>
                      <a:pt x="3722" y="2012"/>
                    </a:cubicBezTo>
                    <a:cubicBezTo>
                      <a:pt x="3741" y="2017"/>
                      <a:pt x="3761" y="2019"/>
                      <a:pt x="3779" y="2019"/>
                    </a:cubicBezTo>
                    <a:cubicBezTo>
                      <a:pt x="3895" y="2019"/>
                      <a:pt x="3999" y="1938"/>
                      <a:pt x="4023" y="1820"/>
                    </a:cubicBezTo>
                    <a:cubicBezTo>
                      <a:pt x="4051" y="1682"/>
                      <a:pt x="3964" y="1546"/>
                      <a:pt x="3828" y="1512"/>
                    </a:cubicBezTo>
                    <a:cubicBezTo>
                      <a:pt x="2976" y="1301"/>
                      <a:pt x="2158" y="971"/>
                      <a:pt x="1396" y="534"/>
                    </a:cubicBezTo>
                    <a:lnTo>
                      <a:pt x="1548" y="279"/>
                    </a:lnTo>
                    <a:cubicBezTo>
                      <a:pt x="1594" y="201"/>
                      <a:pt x="1541" y="100"/>
                      <a:pt x="1450" y="94"/>
                    </a:cubicBezTo>
                    <a:lnTo>
                      <a:pt x="166" y="1"/>
                    </a:lnTo>
                    <a:cubicBezTo>
                      <a:pt x="163" y="1"/>
                      <a:pt x="160" y="1"/>
                      <a:pt x="15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9783;p77">
                <a:extLst>
                  <a:ext uri="{FF2B5EF4-FFF2-40B4-BE49-F238E27FC236}">
                    <a16:creationId xmlns:a16="http://schemas.microsoft.com/office/drawing/2014/main" id="{8F7BE858-EDB5-3EA8-E298-98F892EE6BCF}"/>
                  </a:ext>
                </a:extLst>
              </p:cNvPr>
              <p:cNvSpPr/>
              <p:nvPr/>
            </p:nvSpPr>
            <p:spPr>
              <a:xfrm>
                <a:off x="4394732" y="1885202"/>
                <a:ext cx="32193" cy="800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627" extrusionOk="0">
                    <a:moveTo>
                      <a:pt x="279" y="1"/>
                    </a:moveTo>
                    <a:cubicBezTo>
                      <a:pt x="160" y="1"/>
                      <a:pt x="54" y="84"/>
                      <a:pt x="29" y="204"/>
                    </a:cubicBezTo>
                    <a:cubicBezTo>
                      <a:pt x="1" y="345"/>
                      <a:pt x="93" y="483"/>
                      <a:pt x="236" y="507"/>
                    </a:cubicBezTo>
                    <a:cubicBezTo>
                      <a:pt x="732" y="585"/>
                      <a:pt x="1235" y="625"/>
                      <a:pt x="1738" y="627"/>
                    </a:cubicBezTo>
                    <a:cubicBezTo>
                      <a:pt x="1919" y="627"/>
                      <a:pt x="2102" y="621"/>
                      <a:pt x="2282" y="609"/>
                    </a:cubicBezTo>
                    <a:cubicBezTo>
                      <a:pt x="2420" y="596"/>
                      <a:pt x="2523" y="475"/>
                      <a:pt x="2513" y="337"/>
                    </a:cubicBezTo>
                    <a:cubicBezTo>
                      <a:pt x="2504" y="203"/>
                      <a:pt x="2392" y="100"/>
                      <a:pt x="2260" y="100"/>
                    </a:cubicBezTo>
                    <a:cubicBezTo>
                      <a:pt x="2255" y="100"/>
                      <a:pt x="2251" y="100"/>
                      <a:pt x="2246" y="100"/>
                    </a:cubicBezTo>
                    <a:cubicBezTo>
                      <a:pt x="2076" y="110"/>
                      <a:pt x="1908" y="116"/>
                      <a:pt x="1738" y="116"/>
                    </a:cubicBezTo>
                    <a:cubicBezTo>
                      <a:pt x="1262" y="116"/>
                      <a:pt x="790" y="78"/>
                      <a:pt x="321" y="4"/>
                    </a:cubicBezTo>
                    <a:cubicBezTo>
                      <a:pt x="307" y="2"/>
                      <a:pt x="293" y="1"/>
                      <a:pt x="27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9784;p77">
                <a:extLst>
                  <a:ext uri="{FF2B5EF4-FFF2-40B4-BE49-F238E27FC236}">
                    <a16:creationId xmlns:a16="http://schemas.microsoft.com/office/drawing/2014/main" id="{240FFD7C-25CD-2D85-24BE-A2FF787E5DE7}"/>
                  </a:ext>
                </a:extLst>
              </p:cNvPr>
              <p:cNvSpPr/>
              <p:nvPr/>
            </p:nvSpPr>
            <p:spPr>
              <a:xfrm>
                <a:off x="4462488" y="1869814"/>
                <a:ext cx="20225" cy="13258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39" extrusionOk="0">
                    <a:moveTo>
                      <a:pt x="1300" y="0"/>
                    </a:moveTo>
                    <a:cubicBezTo>
                      <a:pt x="1257" y="0"/>
                      <a:pt x="1213" y="11"/>
                      <a:pt x="1173" y="35"/>
                    </a:cubicBezTo>
                    <a:cubicBezTo>
                      <a:pt x="857" y="217"/>
                      <a:pt x="531" y="382"/>
                      <a:pt x="196" y="528"/>
                    </a:cubicBezTo>
                    <a:cubicBezTo>
                      <a:pt x="66" y="582"/>
                      <a:pt x="1" y="728"/>
                      <a:pt x="47" y="863"/>
                    </a:cubicBezTo>
                    <a:lnTo>
                      <a:pt x="60" y="899"/>
                    </a:lnTo>
                    <a:cubicBezTo>
                      <a:pt x="89" y="986"/>
                      <a:pt x="169" y="1039"/>
                      <a:pt x="255" y="1039"/>
                    </a:cubicBezTo>
                    <a:cubicBezTo>
                      <a:pt x="282" y="1039"/>
                      <a:pt x="309" y="1034"/>
                      <a:pt x="335" y="1023"/>
                    </a:cubicBezTo>
                    <a:cubicBezTo>
                      <a:pt x="707" y="866"/>
                      <a:pt x="1067" y="685"/>
                      <a:pt x="1416" y="483"/>
                    </a:cubicBezTo>
                    <a:cubicBezTo>
                      <a:pt x="1527" y="419"/>
                      <a:pt x="1584" y="283"/>
                      <a:pt x="1538" y="164"/>
                    </a:cubicBezTo>
                    <a:cubicBezTo>
                      <a:pt x="1499" y="61"/>
                      <a:pt x="1401" y="0"/>
                      <a:pt x="130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9785;p77">
                <a:extLst>
                  <a:ext uri="{FF2B5EF4-FFF2-40B4-BE49-F238E27FC236}">
                    <a16:creationId xmlns:a16="http://schemas.microsoft.com/office/drawing/2014/main" id="{9A97C5D0-5F87-5AF6-8596-D1EDFDC80800}"/>
                  </a:ext>
                </a:extLst>
              </p:cNvPr>
              <p:cNvSpPr/>
              <p:nvPr/>
            </p:nvSpPr>
            <p:spPr>
              <a:xfrm>
                <a:off x="4431392" y="1880392"/>
                <a:ext cx="27804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9" h="896" extrusionOk="0">
                    <a:moveTo>
                      <a:pt x="1890" y="1"/>
                    </a:moveTo>
                    <a:cubicBezTo>
                      <a:pt x="1863" y="1"/>
                      <a:pt x="1835" y="5"/>
                      <a:pt x="1808" y="14"/>
                    </a:cubicBezTo>
                    <a:cubicBezTo>
                      <a:pt x="1296" y="184"/>
                      <a:pt x="771" y="309"/>
                      <a:pt x="237" y="389"/>
                    </a:cubicBezTo>
                    <a:cubicBezTo>
                      <a:pt x="98" y="408"/>
                      <a:pt x="0" y="536"/>
                      <a:pt x="20" y="676"/>
                    </a:cubicBezTo>
                    <a:cubicBezTo>
                      <a:pt x="37" y="803"/>
                      <a:pt x="147" y="896"/>
                      <a:pt x="273" y="896"/>
                    </a:cubicBezTo>
                    <a:cubicBezTo>
                      <a:pt x="284" y="896"/>
                      <a:pt x="296" y="895"/>
                      <a:pt x="308" y="893"/>
                    </a:cubicBezTo>
                    <a:cubicBezTo>
                      <a:pt x="873" y="809"/>
                      <a:pt x="1430" y="676"/>
                      <a:pt x="1973" y="496"/>
                    </a:cubicBezTo>
                    <a:cubicBezTo>
                      <a:pt x="2106" y="451"/>
                      <a:pt x="2178" y="306"/>
                      <a:pt x="2132" y="171"/>
                    </a:cubicBezTo>
                    <a:cubicBezTo>
                      <a:pt x="2095" y="67"/>
                      <a:pt x="1996" y="1"/>
                      <a:pt x="189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3" name="Google Shape;9786;p77">
              <a:extLst>
                <a:ext uri="{FF2B5EF4-FFF2-40B4-BE49-F238E27FC236}">
                  <a16:creationId xmlns:a16="http://schemas.microsoft.com/office/drawing/2014/main" id="{97584206-68D6-790B-E5BE-DB4706A7A9D1}"/>
                </a:ext>
              </a:extLst>
            </p:cNvPr>
            <p:cNvGrpSpPr/>
            <p:nvPr/>
          </p:nvGrpSpPr>
          <p:grpSpPr>
            <a:xfrm>
              <a:off x="4206459" y="1607315"/>
              <a:ext cx="29539" cy="142899"/>
              <a:chOff x="4206459" y="1607315"/>
              <a:chExt cx="29539" cy="142899"/>
            </a:xfrm>
          </p:grpSpPr>
          <p:sp>
            <p:nvSpPr>
              <p:cNvPr id="408" name="Google Shape;9787;p77">
                <a:extLst>
                  <a:ext uri="{FF2B5EF4-FFF2-40B4-BE49-F238E27FC236}">
                    <a16:creationId xmlns:a16="http://schemas.microsoft.com/office/drawing/2014/main" id="{3C45B060-4E50-B6D6-DB02-042C0D92843B}"/>
                  </a:ext>
                </a:extLst>
              </p:cNvPr>
              <p:cNvSpPr/>
              <p:nvPr/>
            </p:nvSpPr>
            <p:spPr>
              <a:xfrm>
                <a:off x="4209840" y="1607315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920" y="0"/>
                    </a:moveTo>
                    <a:cubicBezTo>
                      <a:pt x="1898" y="0"/>
                      <a:pt x="1876" y="6"/>
                      <a:pt x="1854" y="20"/>
                    </a:cubicBezTo>
                    <a:lnTo>
                      <a:pt x="772" y="717"/>
                    </a:lnTo>
                    <a:cubicBezTo>
                      <a:pt x="695" y="766"/>
                      <a:pt x="697" y="878"/>
                      <a:pt x="775" y="926"/>
                    </a:cubicBezTo>
                    <a:lnTo>
                      <a:pt x="1073" y="1102"/>
                    </a:lnTo>
                    <a:cubicBezTo>
                      <a:pt x="607" y="1911"/>
                      <a:pt x="256" y="2782"/>
                      <a:pt x="32" y="3689"/>
                    </a:cubicBezTo>
                    <a:cubicBezTo>
                      <a:pt x="0" y="3825"/>
                      <a:pt x="87" y="3962"/>
                      <a:pt x="224" y="3990"/>
                    </a:cubicBezTo>
                    <a:cubicBezTo>
                      <a:pt x="242" y="3993"/>
                      <a:pt x="260" y="3995"/>
                      <a:pt x="278" y="3995"/>
                    </a:cubicBezTo>
                    <a:cubicBezTo>
                      <a:pt x="397" y="3995"/>
                      <a:pt x="502" y="3914"/>
                      <a:pt x="532" y="3794"/>
                    </a:cubicBezTo>
                    <a:cubicBezTo>
                      <a:pt x="743" y="2942"/>
                      <a:pt x="1073" y="2124"/>
                      <a:pt x="1512" y="1363"/>
                    </a:cubicBezTo>
                    <a:lnTo>
                      <a:pt x="1765" y="1514"/>
                    </a:lnTo>
                    <a:cubicBezTo>
                      <a:pt x="1785" y="1526"/>
                      <a:pt x="1806" y="1531"/>
                      <a:pt x="1827" y="1531"/>
                    </a:cubicBezTo>
                    <a:cubicBezTo>
                      <a:pt x="1888" y="1531"/>
                      <a:pt x="1946" y="1484"/>
                      <a:pt x="1951" y="1416"/>
                    </a:cubicBezTo>
                    <a:lnTo>
                      <a:pt x="2043" y="134"/>
                    </a:lnTo>
                    <a:cubicBezTo>
                      <a:pt x="2049" y="57"/>
                      <a:pt x="1988" y="0"/>
                      <a:pt x="192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9788;p77">
                <a:extLst>
                  <a:ext uri="{FF2B5EF4-FFF2-40B4-BE49-F238E27FC236}">
                    <a16:creationId xmlns:a16="http://schemas.microsoft.com/office/drawing/2014/main" id="{76B7A0FE-C917-9019-32B3-B97A74A44BC5}"/>
                  </a:ext>
                </a:extLst>
              </p:cNvPr>
              <p:cNvSpPr/>
              <p:nvPr/>
            </p:nvSpPr>
            <p:spPr>
              <a:xfrm>
                <a:off x="4206459" y="1662910"/>
                <a:ext cx="8230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5" h="2491" extrusionOk="0">
                    <a:moveTo>
                      <a:pt x="371" y="1"/>
                    </a:moveTo>
                    <a:cubicBezTo>
                      <a:pt x="249" y="1"/>
                      <a:pt x="141" y="89"/>
                      <a:pt x="121" y="212"/>
                    </a:cubicBezTo>
                    <a:cubicBezTo>
                      <a:pt x="41" y="709"/>
                      <a:pt x="1" y="1212"/>
                      <a:pt x="1" y="1714"/>
                    </a:cubicBezTo>
                    <a:cubicBezTo>
                      <a:pt x="1" y="1895"/>
                      <a:pt x="7" y="2078"/>
                      <a:pt x="19" y="2259"/>
                    </a:cubicBezTo>
                    <a:cubicBezTo>
                      <a:pt x="31" y="2390"/>
                      <a:pt x="140" y="2490"/>
                      <a:pt x="270" y="2490"/>
                    </a:cubicBezTo>
                    <a:cubicBezTo>
                      <a:pt x="277" y="2490"/>
                      <a:pt x="284" y="2490"/>
                      <a:pt x="291" y="2489"/>
                    </a:cubicBezTo>
                    <a:cubicBezTo>
                      <a:pt x="428" y="2480"/>
                      <a:pt x="534" y="2361"/>
                      <a:pt x="526" y="2222"/>
                    </a:cubicBezTo>
                    <a:cubicBezTo>
                      <a:pt x="517" y="2054"/>
                      <a:pt x="510" y="1884"/>
                      <a:pt x="510" y="1714"/>
                    </a:cubicBezTo>
                    <a:cubicBezTo>
                      <a:pt x="512" y="1240"/>
                      <a:pt x="549" y="766"/>
                      <a:pt x="622" y="297"/>
                    </a:cubicBezTo>
                    <a:cubicBezTo>
                      <a:pt x="645" y="163"/>
                      <a:pt x="557" y="35"/>
                      <a:pt x="422" y="6"/>
                    </a:cubicBezTo>
                    <a:cubicBezTo>
                      <a:pt x="405" y="2"/>
                      <a:pt x="388" y="1"/>
                      <a:pt x="371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9789;p77">
                <a:extLst>
                  <a:ext uri="{FF2B5EF4-FFF2-40B4-BE49-F238E27FC236}">
                    <a16:creationId xmlns:a16="http://schemas.microsoft.com/office/drawing/2014/main" id="{616E356E-E2F2-1617-1402-77A6406C92B6}"/>
                  </a:ext>
                </a:extLst>
              </p:cNvPr>
              <p:cNvSpPr/>
              <p:nvPr/>
            </p:nvSpPr>
            <p:spPr>
              <a:xfrm>
                <a:off x="4216194" y="1730768"/>
                <a:ext cx="14227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1524" extrusionOk="0">
                    <a:moveTo>
                      <a:pt x="296" y="1"/>
                    </a:moveTo>
                    <a:cubicBezTo>
                      <a:pt x="267" y="1"/>
                      <a:pt x="237" y="5"/>
                      <a:pt x="208" y="15"/>
                    </a:cubicBezTo>
                    <a:lnTo>
                      <a:pt x="171" y="28"/>
                    </a:lnTo>
                    <a:cubicBezTo>
                      <a:pt x="58" y="67"/>
                      <a:pt x="0" y="193"/>
                      <a:pt x="47" y="304"/>
                    </a:cubicBezTo>
                    <a:cubicBezTo>
                      <a:pt x="205" y="675"/>
                      <a:pt x="384" y="1035"/>
                      <a:pt x="588" y="1385"/>
                    </a:cubicBezTo>
                    <a:cubicBezTo>
                      <a:pt x="637" y="1469"/>
                      <a:pt x="728" y="1524"/>
                      <a:pt x="822" y="1524"/>
                    </a:cubicBezTo>
                    <a:cubicBezTo>
                      <a:pt x="850" y="1524"/>
                      <a:pt x="879" y="1519"/>
                      <a:pt x="906" y="1508"/>
                    </a:cubicBezTo>
                    <a:cubicBezTo>
                      <a:pt x="1052" y="1450"/>
                      <a:pt x="1115" y="1277"/>
                      <a:pt x="1036" y="1141"/>
                    </a:cubicBezTo>
                    <a:cubicBezTo>
                      <a:pt x="852" y="826"/>
                      <a:pt x="687" y="499"/>
                      <a:pt x="543" y="164"/>
                    </a:cubicBezTo>
                    <a:cubicBezTo>
                      <a:pt x="499" y="63"/>
                      <a:pt x="400" y="1"/>
                      <a:pt x="296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9790;p77">
                <a:extLst>
                  <a:ext uri="{FF2B5EF4-FFF2-40B4-BE49-F238E27FC236}">
                    <a16:creationId xmlns:a16="http://schemas.microsoft.com/office/drawing/2014/main" id="{12E88AC9-B39C-342C-32B1-ED182EBBB930}"/>
                  </a:ext>
                </a:extLst>
              </p:cNvPr>
              <p:cNvSpPr/>
              <p:nvPr/>
            </p:nvSpPr>
            <p:spPr>
              <a:xfrm>
                <a:off x="4207607" y="1699506"/>
                <a:ext cx="12045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4" h="2128" extrusionOk="0">
                    <a:moveTo>
                      <a:pt x="273" y="0"/>
                    </a:moveTo>
                    <a:cubicBezTo>
                      <a:pt x="261" y="0"/>
                      <a:pt x="249" y="1"/>
                      <a:pt x="238" y="3"/>
                    </a:cubicBezTo>
                    <a:cubicBezTo>
                      <a:pt x="98" y="22"/>
                      <a:pt x="1" y="150"/>
                      <a:pt x="20" y="289"/>
                    </a:cubicBezTo>
                    <a:lnTo>
                      <a:pt x="21" y="289"/>
                    </a:lnTo>
                    <a:cubicBezTo>
                      <a:pt x="105" y="854"/>
                      <a:pt x="238" y="1412"/>
                      <a:pt x="417" y="1955"/>
                    </a:cubicBezTo>
                    <a:cubicBezTo>
                      <a:pt x="454" y="2061"/>
                      <a:pt x="553" y="2127"/>
                      <a:pt x="658" y="2127"/>
                    </a:cubicBezTo>
                    <a:cubicBezTo>
                      <a:pt x="686" y="2127"/>
                      <a:pt x="714" y="2123"/>
                      <a:pt x="742" y="2113"/>
                    </a:cubicBezTo>
                    <a:cubicBezTo>
                      <a:pt x="875" y="2067"/>
                      <a:pt x="944" y="1923"/>
                      <a:pt x="899" y="1790"/>
                    </a:cubicBezTo>
                    <a:cubicBezTo>
                      <a:pt x="731" y="1279"/>
                      <a:pt x="604" y="754"/>
                      <a:pt x="526" y="220"/>
                    </a:cubicBezTo>
                    <a:cubicBezTo>
                      <a:pt x="508" y="93"/>
                      <a:pt x="398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94" name="Google Shape;9791;p77">
              <a:extLst>
                <a:ext uri="{FF2B5EF4-FFF2-40B4-BE49-F238E27FC236}">
                  <a16:creationId xmlns:a16="http://schemas.microsoft.com/office/drawing/2014/main" id="{A15691DB-B8FD-E979-EA33-2F1146126A23}"/>
                </a:ext>
              </a:extLst>
            </p:cNvPr>
            <p:cNvSpPr/>
            <p:nvPr/>
          </p:nvSpPr>
          <p:spPr>
            <a:xfrm>
              <a:off x="4250519" y="1416170"/>
              <a:ext cx="26783" cy="52303"/>
            </a:xfrm>
            <a:custGeom>
              <a:avLst/>
              <a:gdLst/>
              <a:ahLst/>
              <a:cxnLst/>
              <a:rect l="l" t="t" r="r" b="b"/>
              <a:pathLst>
                <a:path w="2099" h="4099" extrusionOk="0">
                  <a:moveTo>
                    <a:pt x="412" y="1"/>
                  </a:moveTo>
                  <a:cubicBezTo>
                    <a:pt x="358" y="1"/>
                    <a:pt x="305" y="37"/>
                    <a:pt x="292" y="98"/>
                  </a:cubicBezTo>
                  <a:lnTo>
                    <a:pt x="18" y="1357"/>
                  </a:lnTo>
                  <a:cubicBezTo>
                    <a:pt x="1" y="1436"/>
                    <a:pt x="62" y="1506"/>
                    <a:pt x="139" y="1506"/>
                  </a:cubicBezTo>
                  <a:cubicBezTo>
                    <a:pt x="149" y="1506"/>
                    <a:pt x="158" y="1505"/>
                    <a:pt x="169" y="1502"/>
                  </a:cubicBezTo>
                  <a:lnTo>
                    <a:pt x="503" y="1416"/>
                  </a:lnTo>
                  <a:cubicBezTo>
                    <a:pt x="745" y="2317"/>
                    <a:pt x="1113" y="3181"/>
                    <a:pt x="1597" y="3981"/>
                  </a:cubicBezTo>
                  <a:cubicBezTo>
                    <a:pt x="1644" y="4057"/>
                    <a:pt x="1725" y="4099"/>
                    <a:pt x="1809" y="4099"/>
                  </a:cubicBezTo>
                  <a:cubicBezTo>
                    <a:pt x="1856" y="4099"/>
                    <a:pt x="1903" y="4086"/>
                    <a:pt x="1946" y="4058"/>
                  </a:cubicBezTo>
                  <a:cubicBezTo>
                    <a:pt x="2063" y="3980"/>
                    <a:pt x="2098" y="3823"/>
                    <a:pt x="2024" y="3703"/>
                  </a:cubicBezTo>
                  <a:cubicBezTo>
                    <a:pt x="1571" y="2950"/>
                    <a:pt x="1225" y="2138"/>
                    <a:pt x="998" y="1291"/>
                  </a:cubicBezTo>
                  <a:lnTo>
                    <a:pt x="1283" y="1217"/>
                  </a:lnTo>
                  <a:cubicBezTo>
                    <a:pt x="1373" y="1195"/>
                    <a:pt x="1406" y="1086"/>
                    <a:pt x="1347" y="1017"/>
                  </a:cubicBezTo>
                  <a:lnTo>
                    <a:pt x="505" y="44"/>
                  </a:lnTo>
                  <a:cubicBezTo>
                    <a:pt x="479" y="14"/>
                    <a:pt x="445" y="1"/>
                    <a:pt x="4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9792;p77">
              <a:extLst>
                <a:ext uri="{FF2B5EF4-FFF2-40B4-BE49-F238E27FC236}">
                  <a16:creationId xmlns:a16="http://schemas.microsoft.com/office/drawing/2014/main" id="{E0E25006-3824-B943-DF5B-52013812D10A}"/>
                </a:ext>
              </a:extLst>
            </p:cNvPr>
            <p:cNvSpPr/>
            <p:nvPr/>
          </p:nvSpPr>
          <p:spPr>
            <a:xfrm>
              <a:off x="4276166" y="1471370"/>
              <a:ext cx="24359" cy="25290"/>
            </a:xfrm>
            <a:custGeom>
              <a:avLst/>
              <a:gdLst/>
              <a:ahLst/>
              <a:cxnLst/>
              <a:rect l="l" t="t" r="r" b="b"/>
              <a:pathLst>
                <a:path w="1909" h="1982" extrusionOk="0">
                  <a:moveTo>
                    <a:pt x="291" y="0"/>
                  </a:moveTo>
                  <a:cubicBezTo>
                    <a:pt x="243" y="0"/>
                    <a:pt x="195" y="14"/>
                    <a:pt x="152" y="41"/>
                  </a:cubicBezTo>
                  <a:cubicBezTo>
                    <a:pt x="30" y="121"/>
                    <a:pt x="0" y="285"/>
                    <a:pt x="85" y="403"/>
                  </a:cubicBezTo>
                  <a:cubicBezTo>
                    <a:pt x="380" y="810"/>
                    <a:pt x="706" y="1193"/>
                    <a:pt x="1062" y="1548"/>
                  </a:cubicBezTo>
                  <a:cubicBezTo>
                    <a:pt x="1190" y="1678"/>
                    <a:pt x="1323" y="1801"/>
                    <a:pt x="1459" y="1921"/>
                  </a:cubicBezTo>
                  <a:cubicBezTo>
                    <a:pt x="1507" y="1962"/>
                    <a:pt x="1566" y="1981"/>
                    <a:pt x="1624" y="1981"/>
                  </a:cubicBezTo>
                  <a:cubicBezTo>
                    <a:pt x="1695" y="1981"/>
                    <a:pt x="1766" y="1952"/>
                    <a:pt x="1816" y="1894"/>
                  </a:cubicBezTo>
                  <a:cubicBezTo>
                    <a:pt x="1909" y="1788"/>
                    <a:pt x="1898" y="1628"/>
                    <a:pt x="1794" y="1535"/>
                  </a:cubicBezTo>
                  <a:cubicBezTo>
                    <a:pt x="1665" y="1423"/>
                    <a:pt x="1542" y="1308"/>
                    <a:pt x="1422" y="1188"/>
                  </a:cubicBezTo>
                  <a:cubicBezTo>
                    <a:pt x="1087" y="851"/>
                    <a:pt x="778" y="490"/>
                    <a:pt x="500" y="107"/>
                  </a:cubicBezTo>
                  <a:cubicBezTo>
                    <a:pt x="449" y="38"/>
                    <a:pt x="371" y="0"/>
                    <a:pt x="29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9793;p77">
              <a:extLst>
                <a:ext uri="{FF2B5EF4-FFF2-40B4-BE49-F238E27FC236}">
                  <a16:creationId xmlns:a16="http://schemas.microsoft.com/office/drawing/2014/main" id="{2D50D2A3-6B5A-4104-4B31-B457F78C469A}"/>
                </a:ext>
              </a:extLst>
            </p:cNvPr>
            <p:cNvSpPr/>
            <p:nvPr/>
          </p:nvSpPr>
          <p:spPr>
            <a:xfrm>
              <a:off x="4330231" y="1513121"/>
              <a:ext cx="21462" cy="10986"/>
            </a:xfrm>
            <a:custGeom>
              <a:avLst/>
              <a:gdLst/>
              <a:ahLst/>
              <a:cxnLst/>
              <a:rect l="l" t="t" r="r" b="b"/>
              <a:pathLst>
                <a:path w="1682" h="861" extrusionOk="0">
                  <a:moveTo>
                    <a:pt x="311" y="0"/>
                  </a:moveTo>
                  <a:cubicBezTo>
                    <a:pt x="211" y="0"/>
                    <a:pt x="116" y="56"/>
                    <a:pt x="69" y="151"/>
                  </a:cubicBezTo>
                  <a:lnTo>
                    <a:pt x="53" y="185"/>
                  </a:lnTo>
                  <a:cubicBezTo>
                    <a:pt x="0" y="292"/>
                    <a:pt x="48" y="423"/>
                    <a:pt x="160" y="468"/>
                  </a:cubicBezTo>
                  <a:cubicBezTo>
                    <a:pt x="533" y="619"/>
                    <a:pt x="916" y="747"/>
                    <a:pt x="1307" y="851"/>
                  </a:cubicBezTo>
                  <a:cubicBezTo>
                    <a:pt x="1331" y="857"/>
                    <a:pt x="1355" y="861"/>
                    <a:pt x="1379" y="861"/>
                  </a:cubicBezTo>
                  <a:cubicBezTo>
                    <a:pt x="1480" y="861"/>
                    <a:pt x="1576" y="806"/>
                    <a:pt x="1618" y="713"/>
                  </a:cubicBezTo>
                  <a:cubicBezTo>
                    <a:pt x="1682" y="569"/>
                    <a:pt x="1602" y="403"/>
                    <a:pt x="1451" y="363"/>
                  </a:cubicBezTo>
                  <a:cubicBezTo>
                    <a:pt x="1097" y="268"/>
                    <a:pt x="751" y="154"/>
                    <a:pt x="412" y="20"/>
                  </a:cubicBezTo>
                  <a:cubicBezTo>
                    <a:pt x="379" y="7"/>
                    <a:pt x="345" y="0"/>
                    <a:pt x="31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9794;p77">
              <a:extLst>
                <a:ext uri="{FF2B5EF4-FFF2-40B4-BE49-F238E27FC236}">
                  <a16:creationId xmlns:a16="http://schemas.microsoft.com/office/drawing/2014/main" id="{2D02920A-BEFB-0C8F-6643-2E9DD8F7D1EF}"/>
                </a:ext>
              </a:extLst>
            </p:cNvPr>
            <p:cNvSpPr/>
            <p:nvPr/>
          </p:nvSpPr>
          <p:spPr>
            <a:xfrm>
              <a:off x="4302005" y="1497298"/>
              <a:ext cx="25469" cy="17647"/>
            </a:xfrm>
            <a:custGeom>
              <a:avLst/>
              <a:gdLst/>
              <a:ahLst/>
              <a:cxnLst/>
              <a:rect l="l" t="t" r="r" b="b"/>
              <a:pathLst>
                <a:path w="1996" h="1383" extrusionOk="0">
                  <a:moveTo>
                    <a:pt x="289" y="1"/>
                  </a:moveTo>
                  <a:cubicBezTo>
                    <a:pt x="212" y="1"/>
                    <a:pt x="136" y="36"/>
                    <a:pt x="86" y="102"/>
                  </a:cubicBezTo>
                  <a:cubicBezTo>
                    <a:pt x="1" y="214"/>
                    <a:pt x="23" y="374"/>
                    <a:pt x="135" y="459"/>
                  </a:cubicBezTo>
                  <a:cubicBezTo>
                    <a:pt x="595" y="800"/>
                    <a:pt x="1082" y="1100"/>
                    <a:pt x="1592" y="1356"/>
                  </a:cubicBezTo>
                  <a:cubicBezTo>
                    <a:pt x="1629" y="1374"/>
                    <a:pt x="1667" y="1382"/>
                    <a:pt x="1705" y="1382"/>
                  </a:cubicBezTo>
                  <a:cubicBezTo>
                    <a:pt x="1799" y="1382"/>
                    <a:pt x="1891" y="1329"/>
                    <a:pt x="1935" y="1239"/>
                  </a:cubicBezTo>
                  <a:cubicBezTo>
                    <a:pt x="1996" y="1113"/>
                    <a:pt x="1943" y="960"/>
                    <a:pt x="1817" y="898"/>
                  </a:cubicBezTo>
                  <a:cubicBezTo>
                    <a:pt x="1336" y="656"/>
                    <a:pt x="875" y="373"/>
                    <a:pt x="443" y="52"/>
                  </a:cubicBezTo>
                  <a:cubicBezTo>
                    <a:pt x="397" y="18"/>
                    <a:pt x="343" y="1"/>
                    <a:pt x="28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8" name="Google Shape;9795;p77">
              <a:extLst>
                <a:ext uri="{FF2B5EF4-FFF2-40B4-BE49-F238E27FC236}">
                  <a16:creationId xmlns:a16="http://schemas.microsoft.com/office/drawing/2014/main" id="{D2F0F5EC-513E-0320-9252-B519BE093E4A}"/>
                </a:ext>
              </a:extLst>
            </p:cNvPr>
            <p:cNvGrpSpPr/>
            <p:nvPr/>
          </p:nvGrpSpPr>
          <p:grpSpPr>
            <a:xfrm>
              <a:off x="4889463" y="1423737"/>
              <a:ext cx="29552" cy="142899"/>
              <a:chOff x="4889463" y="1423737"/>
              <a:chExt cx="29552" cy="142899"/>
            </a:xfrm>
          </p:grpSpPr>
          <p:sp>
            <p:nvSpPr>
              <p:cNvPr id="404" name="Google Shape;9796;p77">
                <a:extLst>
                  <a:ext uri="{FF2B5EF4-FFF2-40B4-BE49-F238E27FC236}">
                    <a16:creationId xmlns:a16="http://schemas.microsoft.com/office/drawing/2014/main" id="{0C56DC1A-C978-E556-64C1-BEFEA6247327}"/>
                  </a:ext>
                </a:extLst>
              </p:cNvPr>
              <p:cNvSpPr/>
              <p:nvPr/>
            </p:nvSpPr>
            <p:spPr>
              <a:xfrm>
                <a:off x="4889463" y="1515647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772" y="0"/>
                    </a:moveTo>
                    <a:cubicBezTo>
                      <a:pt x="1653" y="0"/>
                      <a:pt x="1547" y="82"/>
                      <a:pt x="1518" y="201"/>
                    </a:cubicBezTo>
                    <a:cubicBezTo>
                      <a:pt x="1307" y="1053"/>
                      <a:pt x="977" y="1872"/>
                      <a:pt x="540" y="2634"/>
                    </a:cubicBezTo>
                    <a:lnTo>
                      <a:pt x="285" y="2482"/>
                    </a:lnTo>
                    <a:cubicBezTo>
                      <a:pt x="265" y="2470"/>
                      <a:pt x="244" y="2465"/>
                      <a:pt x="223" y="2465"/>
                    </a:cubicBezTo>
                    <a:cubicBezTo>
                      <a:pt x="162" y="2465"/>
                      <a:pt x="104" y="2511"/>
                      <a:pt x="99" y="2579"/>
                    </a:cubicBezTo>
                    <a:lnTo>
                      <a:pt x="6" y="3864"/>
                    </a:lnTo>
                    <a:cubicBezTo>
                      <a:pt x="0" y="3939"/>
                      <a:pt x="62" y="3995"/>
                      <a:pt x="129" y="3995"/>
                    </a:cubicBezTo>
                    <a:cubicBezTo>
                      <a:pt x="152" y="3995"/>
                      <a:pt x="174" y="3989"/>
                      <a:pt x="195" y="3976"/>
                    </a:cubicBezTo>
                    <a:lnTo>
                      <a:pt x="1278" y="3279"/>
                    </a:lnTo>
                    <a:cubicBezTo>
                      <a:pt x="1355" y="3229"/>
                      <a:pt x="1353" y="3117"/>
                      <a:pt x="1275" y="3071"/>
                    </a:cubicBezTo>
                    <a:lnTo>
                      <a:pt x="978" y="2893"/>
                    </a:lnTo>
                    <a:cubicBezTo>
                      <a:pt x="1444" y="2085"/>
                      <a:pt x="1794" y="1213"/>
                      <a:pt x="2018" y="307"/>
                    </a:cubicBezTo>
                    <a:cubicBezTo>
                      <a:pt x="2050" y="171"/>
                      <a:pt x="1963" y="35"/>
                      <a:pt x="1826" y="6"/>
                    </a:cubicBezTo>
                    <a:cubicBezTo>
                      <a:pt x="1808" y="2"/>
                      <a:pt x="1790" y="0"/>
                      <a:pt x="177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9797;p77">
                <a:extLst>
                  <a:ext uri="{FF2B5EF4-FFF2-40B4-BE49-F238E27FC236}">
                    <a16:creationId xmlns:a16="http://schemas.microsoft.com/office/drawing/2014/main" id="{7B1B75B5-6795-0C3F-7140-3D010B07D386}"/>
                  </a:ext>
                </a:extLst>
              </p:cNvPr>
              <p:cNvSpPr/>
              <p:nvPr/>
            </p:nvSpPr>
            <p:spPr>
              <a:xfrm>
                <a:off x="4910772" y="1479256"/>
                <a:ext cx="8243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491" extrusionOk="0">
                    <a:moveTo>
                      <a:pt x="375" y="0"/>
                    </a:moveTo>
                    <a:cubicBezTo>
                      <a:pt x="368" y="0"/>
                      <a:pt x="361" y="1"/>
                      <a:pt x="354" y="1"/>
                    </a:cubicBezTo>
                    <a:cubicBezTo>
                      <a:pt x="216" y="11"/>
                      <a:pt x="111" y="129"/>
                      <a:pt x="119" y="269"/>
                    </a:cubicBezTo>
                    <a:cubicBezTo>
                      <a:pt x="128" y="438"/>
                      <a:pt x="135" y="607"/>
                      <a:pt x="135" y="776"/>
                    </a:cubicBezTo>
                    <a:cubicBezTo>
                      <a:pt x="135" y="1252"/>
                      <a:pt x="96" y="1724"/>
                      <a:pt x="23" y="2193"/>
                    </a:cubicBezTo>
                    <a:cubicBezTo>
                      <a:pt x="0" y="2328"/>
                      <a:pt x="88" y="2458"/>
                      <a:pt x="223" y="2485"/>
                    </a:cubicBezTo>
                    <a:cubicBezTo>
                      <a:pt x="240" y="2488"/>
                      <a:pt x="257" y="2490"/>
                      <a:pt x="274" y="2490"/>
                    </a:cubicBezTo>
                    <a:cubicBezTo>
                      <a:pt x="396" y="2490"/>
                      <a:pt x="504" y="2403"/>
                      <a:pt x="526" y="2278"/>
                    </a:cubicBezTo>
                    <a:cubicBezTo>
                      <a:pt x="604" y="1782"/>
                      <a:pt x="644" y="1279"/>
                      <a:pt x="646" y="776"/>
                    </a:cubicBezTo>
                    <a:cubicBezTo>
                      <a:pt x="646" y="595"/>
                      <a:pt x="638" y="413"/>
                      <a:pt x="626" y="232"/>
                    </a:cubicBezTo>
                    <a:cubicBezTo>
                      <a:pt x="616" y="101"/>
                      <a:pt x="505" y="0"/>
                      <a:pt x="375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9798;p77">
                <a:extLst>
                  <a:ext uri="{FF2B5EF4-FFF2-40B4-BE49-F238E27FC236}">
                    <a16:creationId xmlns:a16="http://schemas.microsoft.com/office/drawing/2014/main" id="{8FD8D703-DE75-31E9-066B-F7371E4A3194}"/>
                  </a:ext>
                </a:extLst>
              </p:cNvPr>
              <p:cNvSpPr/>
              <p:nvPr/>
            </p:nvSpPr>
            <p:spPr>
              <a:xfrm>
                <a:off x="4895052" y="1423737"/>
                <a:ext cx="14215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4" h="1524" extrusionOk="0">
                    <a:moveTo>
                      <a:pt x="293" y="1"/>
                    </a:moveTo>
                    <a:cubicBezTo>
                      <a:pt x="265" y="1"/>
                      <a:pt x="236" y="5"/>
                      <a:pt x="209" y="16"/>
                    </a:cubicBezTo>
                    <a:cubicBezTo>
                      <a:pt x="62" y="74"/>
                      <a:pt x="1" y="246"/>
                      <a:pt x="79" y="383"/>
                    </a:cubicBezTo>
                    <a:cubicBezTo>
                      <a:pt x="262" y="698"/>
                      <a:pt x="427" y="1025"/>
                      <a:pt x="573" y="1359"/>
                    </a:cubicBezTo>
                    <a:cubicBezTo>
                      <a:pt x="615" y="1461"/>
                      <a:pt x="714" y="1523"/>
                      <a:pt x="819" y="1523"/>
                    </a:cubicBezTo>
                    <a:cubicBezTo>
                      <a:pt x="848" y="1523"/>
                      <a:pt x="878" y="1518"/>
                      <a:pt x="907" y="1508"/>
                    </a:cubicBezTo>
                    <a:lnTo>
                      <a:pt x="942" y="1495"/>
                    </a:lnTo>
                    <a:cubicBezTo>
                      <a:pt x="1056" y="1457"/>
                      <a:pt x="1114" y="1331"/>
                      <a:pt x="1067" y="1220"/>
                    </a:cubicBezTo>
                    <a:cubicBezTo>
                      <a:pt x="910" y="849"/>
                      <a:pt x="729" y="488"/>
                      <a:pt x="528" y="139"/>
                    </a:cubicBezTo>
                    <a:cubicBezTo>
                      <a:pt x="478" y="54"/>
                      <a:pt x="387" y="1"/>
                      <a:pt x="293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Google Shape;9799;p77">
                <a:extLst>
                  <a:ext uri="{FF2B5EF4-FFF2-40B4-BE49-F238E27FC236}">
                    <a16:creationId xmlns:a16="http://schemas.microsoft.com/office/drawing/2014/main" id="{B9E1766B-3126-6086-9F80-83513C595C45}"/>
                  </a:ext>
                </a:extLst>
              </p:cNvPr>
              <p:cNvSpPr/>
              <p:nvPr/>
            </p:nvSpPr>
            <p:spPr>
              <a:xfrm>
                <a:off x="4905783" y="1447292"/>
                <a:ext cx="12071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6" h="2128" extrusionOk="0">
                    <a:moveTo>
                      <a:pt x="288" y="0"/>
                    </a:moveTo>
                    <a:cubicBezTo>
                      <a:pt x="260" y="0"/>
                      <a:pt x="232" y="5"/>
                      <a:pt x="204" y="15"/>
                    </a:cubicBezTo>
                    <a:cubicBezTo>
                      <a:pt x="71" y="61"/>
                      <a:pt x="1" y="205"/>
                      <a:pt x="47" y="338"/>
                    </a:cubicBezTo>
                    <a:cubicBezTo>
                      <a:pt x="215" y="850"/>
                      <a:pt x="342" y="1376"/>
                      <a:pt x="420" y="1909"/>
                    </a:cubicBezTo>
                    <a:cubicBezTo>
                      <a:pt x="438" y="2036"/>
                      <a:pt x="548" y="2128"/>
                      <a:pt x="673" y="2128"/>
                    </a:cubicBezTo>
                    <a:cubicBezTo>
                      <a:pt x="685" y="2128"/>
                      <a:pt x="696" y="2127"/>
                      <a:pt x="708" y="2125"/>
                    </a:cubicBezTo>
                    <a:cubicBezTo>
                      <a:pt x="848" y="2106"/>
                      <a:pt x="945" y="1978"/>
                      <a:pt x="926" y="1839"/>
                    </a:cubicBezTo>
                    <a:lnTo>
                      <a:pt x="925" y="1839"/>
                    </a:lnTo>
                    <a:cubicBezTo>
                      <a:pt x="841" y="1273"/>
                      <a:pt x="708" y="716"/>
                      <a:pt x="529" y="173"/>
                    </a:cubicBezTo>
                    <a:cubicBezTo>
                      <a:pt x="492" y="67"/>
                      <a:pt x="393" y="0"/>
                      <a:pt x="288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9" name="Google Shape;9800;p77">
              <a:extLst>
                <a:ext uri="{FF2B5EF4-FFF2-40B4-BE49-F238E27FC236}">
                  <a16:creationId xmlns:a16="http://schemas.microsoft.com/office/drawing/2014/main" id="{D69C22D3-0648-DCFD-08A4-74962E373694}"/>
                </a:ext>
              </a:extLst>
            </p:cNvPr>
            <p:cNvGrpSpPr/>
            <p:nvPr/>
          </p:nvGrpSpPr>
          <p:grpSpPr>
            <a:xfrm>
              <a:off x="4771663" y="1876896"/>
              <a:ext cx="108651" cy="100447"/>
              <a:chOff x="4771663" y="1876896"/>
              <a:chExt cx="108651" cy="100447"/>
            </a:xfrm>
          </p:grpSpPr>
          <p:sp>
            <p:nvSpPr>
              <p:cNvPr id="400" name="Google Shape;9801;p77">
                <a:extLst>
                  <a:ext uri="{FF2B5EF4-FFF2-40B4-BE49-F238E27FC236}">
                    <a16:creationId xmlns:a16="http://schemas.microsoft.com/office/drawing/2014/main" id="{EEB42D91-8AC4-4CA5-A4C8-C147651AB946}"/>
                  </a:ext>
                </a:extLst>
              </p:cNvPr>
              <p:cNvSpPr/>
              <p:nvPr/>
            </p:nvSpPr>
            <p:spPr>
              <a:xfrm>
                <a:off x="4771663" y="1951210"/>
                <a:ext cx="53184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4168" h="2048" extrusionOk="0">
                    <a:moveTo>
                      <a:pt x="3871" y="0"/>
                    </a:moveTo>
                    <a:cubicBezTo>
                      <a:pt x="3824" y="0"/>
                      <a:pt x="3777" y="13"/>
                      <a:pt x="3735" y="39"/>
                    </a:cubicBezTo>
                    <a:cubicBezTo>
                      <a:pt x="2982" y="492"/>
                      <a:pt x="2170" y="838"/>
                      <a:pt x="1323" y="1067"/>
                    </a:cubicBezTo>
                    <a:lnTo>
                      <a:pt x="1249" y="780"/>
                    </a:lnTo>
                    <a:cubicBezTo>
                      <a:pt x="1235" y="721"/>
                      <a:pt x="1183" y="687"/>
                      <a:pt x="1130" y="687"/>
                    </a:cubicBezTo>
                    <a:cubicBezTo>
                      <a:pt x="1102" y="687"/>
                      <a:pt x="1073" y="696"/>
                      <a:pt x="1049" y="717"/>
                    </a:cubicBezTo>
                    <a:lnTo>
                      <a:pt x="76" y="1560"/>
                    </a:lnTo>
                    <a:cubicBezTo>
                      <a:pt x="0" y="1625"/>
                      <a:pt x="32" y="1750"/>
                      <a:pt x="130" y="1773"/>
                    </a:cubicBezTo>
                    <a:lnTo>
                      <a:pt x="1389" y="2045"/>
                    </a:lnTo>
                    <a:cubicBezTo>
                      <a:pt x="1398" y="2047"/>
                      <a:pt x="1407" y="2048"/>
                      <a:pt x="1416" y="2048"/>
                    </a:cubicBezTo>
                    <a:cubicBezTo>
                      <a:pt x="1493" y="2048"/>
                      <a:pt x="1555" y="1975"/>
                      <a:pt x="1534" y="1894"/>
                    </a:cubicBezTo>
                    <a:lnTo>
                      <a:pt x="1450" y="1561"/>
                    </a:lnTo>
                    <a:cubicBezTo>
                      <a:pt x="2351" y="1318"/>
                      <a:pt x="3214" y="950"/>
                      <a:pt x="4013" y="466"/>
                    </a:cubicBezTo>
                    <a:cubicBezTo>
                      <a:pt x="4132" y="392"/>
                      <a:pt x="4167" y="235"/>
                      <a:pt x="4090" y="119"/>
                    </a:cubicBezTo>
                    <a:cubicBezTo>
                      <a:pt x="4039" y="42"/>
                      <a:pt x="3956" y="0"/>
                      <a:pt x="387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Google Shape;9802;p77">
                <a:extLst>
                  <a:ext uri="{FF2B5EF4-FFF2-40B4-BE49-F238E27FC236}">
                    <a16:creationId xmlns:a16="http://schemas.microsoft.com/office/drawing/2014/main" id="{14C86CF1-B7BB-55A7-A644-229DDEDC5B98}"/>
                  </a:ext>
                </a:extLst>
              </p:cNvPr>
              <p:cNvSpPr/>
              <p:nvPr/>
            </p:nvSpPr>
            <p:spPr>
              <a:xfrm>
                <a:off x="4826850" y="1927897"/>
                <a:ext cx="26081" cy="23529"/>
              </a:xfrm>
              <a:custGeom>
                <a:avLst/>
                <a:gdLst/>
                <a:ahLst/>
                <a:cxnLst/>
                <a:rect l="l" t="t" r="r" b="b"/>
                <a:pathLst>
                  <a:path w="2044" h="1844" extrusionOk="0">
                    <a:moveTo>
                      <a:pt x="1760" y="1"/>
                    </a:moveTo>
                    <a:cubicBezTo>
                      <a:pt x="1689" y="1"/>
                      <a:pt x="1619" y="31"/>
                      <a:pt x="1568" y="88"/>
                    </a:cubicBezTo>
                    <a:cubicBezTo>
                      <a:pt x="1456" y="215"/>
                      <a:pt x="1341" y="338"/>
                      <a:pt x="1221" y="458"/>
                    </a:cubicBezTo>
                    <a:cubicBezTo>
                      <a:pt x="885" y="793"/>
                      <a:pt x="524" y="1102"/>
                      <a:pt x="140" y="1380"/>
                    </a:cubicBezTo>
                    <a:cubicBezTo>
                      <a:pt x="29" y="1460"/>
                      <a:pt x="1" y="1612"/>
                      <a:pt x="74" y="1728"/>
                    </a:cubicBezTo>
                    <a:cubicBezTo>
                      <a:pt x="124" y="1803"/>
                      <a:pt x="205" y="1844"/>
                      <a:pt x="288" y="1844"/>
                    </a:cubicBezTo>
                    <a:cubicBezTo>
                      <a:pt x="339" y="1844"/>
                      <a:pt x="391" y="1828"/>
                      <a:pt x="436" y="1797"/>
                    </a:cubicBezTo>
                    <a:cubicBezTo>
                      <a:pt x="843" y="1500"/>
                      <a:pt x="1226" y="1174"/>
                      <a:pt x="1581" y="820"/>
                    </a:cubicBezTo>
                    <a:cubicBezTo>
                      <a:pt x="1711" y="690"/>
                      <a:pt x="1834" y="557"/>
                      <a:pt x="1954" y="421"/>
                    </a:cubicBezTo>
                    <a:cubicBezTo>
                      <a:pt x="2044" y="315"/>
                      <a:pt x="2033" y="155"/>
                      <a:pt x="1927" y="64"/>
                    </a:cubicBezTo>
                    <a:cubicBezTo>
                      <a:pt x="1879" y="22"/>
                      <a:pt x="1819" y="1"/>
                      <a:pt x="176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Google Shape;9803;p77">
                <a:extLst>
                  <a:ext uri="{FF2B5EF4-FFF2-40B4-BE49-F238E27FC236}">
                    <a16:creationId xmlns:a16="http://schemas.microsoft.com/office/drawing/2014/main" id="{43F79DD9-0E58-69FF-C6F7-CB47E41E2ABD}"/>
                  </a:ext>
                </a:extLst>
              </p:cNvPr>
              <p:cNvSpPr/>
              <p:nvPr/>
            </p:nvSpPr>
            <p:spPr>
              <a:xfrm>
                <a:off x="4868600" y="1876896"/>
                <a:ext cx="11714" cy="20531"/>
              </a:xfrm>
              <a:custGeom>
                <a:avLst/>
                <a:gdLst/>
                <a:ahLst/>
                <a:cxnLst/>
                <a:rect l="l" t="t" r="r" b="b"/>
                <a:pathLst>
                  <a:path w="918" h="1609" extrusionOk="0">
                    <a:moveTo>
                      <a:pt x="642" y="0"/>
                    </a:moveTo>
                    <a:cubicBezTo>
                      <a:pt x="531" y="0"/>
                      <a:pt x="426" y="74"/>
                      <a:pt x="396" y="189"/>
                    </a:cubicBezTo>
                    <a:cubicBezTo>
                      <a:pt x="301" y="543"/>
                      <a:pt x="187" y="889"/>
                      <a:pt x="53" y="1228"/>
                    </a:cubicBezTo>
                    <a:cubicBezTo>
                      <a:pt x="0" y="1360"/>
                      <a:pt x="58" y="1509"/>
                      <a:pt x="184" y="1571"/>
                    </a:cubicBezTo>
                    <a:lnTo>
                      <a:pt x="218" y="1587"/>
                    </a:lnTo>
                    <a:cubicBezTo>
                      <a:pt x="248" y="1602"/>
                      <a:pt x="280" y="1608"/>
                      <a:pt x="311" y="1608"/>
                    </a:cubicBezTo>
                    <a:cubicBezTo>
                      <a:pt x="392" y="1608"/>
                      <a:pt x="469" y="1561"/>
                      <a:pt x="501" y="1480"/>
                    </a:cubicBezTo>
                    <a:cubicBezTo>
                      <a:pt x="653" y="1107"/>
                      <a:pt x="780" y="724"/>
                      <a:pt x="886" y="333"/>
                    </a:cubicBezTo>
                    <a:cubicBezTo>
                      <a:pt x="918" y="210"/>
                      <a:pt x="862" y="74"/>
                      <a:pt x="746" y="22"/>
                    </a:cubicBezTo>
                    <a:cubicBezTo>
                      <a:pt x="712" y="7"/>
                      <a:pt x="677" y="0"/>
                      <a:pt x="64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9804;p77">
                <a:extLst>
                  <a:ext uri="{FF2B5EF4-FFF2-40B4-BE49-F238E27FC236}">
                    <a16:creationId xmlns:a16="http://schemas.microsoft.com/office/drawing/2014/main" id="{87F631EC-7639-99C0-92A7-795D37D01152}"/>
                  </a:ext>
                </a:extLst>
              </p:cNvPr>
              <p:cNvSpPr/>
              <p:nvPr/>
            </p:nvSpPr>
            <p:spPr>
              <a:xfrm>
                <a:off x="4852804" y="1901038"/>
                <a:ext cx="18528" cy="24589"/>
              </a:xfrm>
              <a:custGeom>
                <a:avLst/>
                <a:gdLst/>
                <a:ahLst/>
                <a:cxnLst/>
                <a:rect l="l" t="t" r="r" b="b"/>
                <a:pathLst>
                  <a:path w="1452" h="1927" extrusionOk="0">
                    <a:moveTo>
                      <a:pt x="1159" y="1"/>
                    </a:moveTo>
                    <a:cubicBezTo>
                      <a:pt x="1064" y="1"/>
                      <a:pt x="974" y="53"/>
                      <a:pt x="931" y="143"/>
                    </a:cubicBezTo>
                    <a:cubicBezTo>
                      <a:pt x="689" y="625"/>
                      <a:pt x="405" y="1085"/>
                      <a:pt x="85" y="1519"/>
                    </a:cubicBezTo>
                    <a:cubicBezTo>
                      <a:pt x="0" y="1631"/>
                      <a:pt x="21" y="1790"/>
                      <a:pt x="135" y="1874"/>
                    </a:cubicBezTo>
                    <a:cubicBezTo>
                      <a:pt x="181" y="1909"/>
                      <a:pt x="235" y="1926"/>
                      <a:pt x="289" y="1926"/>
                    </a:cubicBezTo>
                    <a:cubicBezTo>
                      <a:pt x="366" y="1926"/>
                      <a:pt x="441" y="1892"/>
                      <a:pt x="492" y="1826"/>
                    </a:cubicBezTo>
                    <a:cubicBezTo>
                      <a:pt x="831" y="1367"/>
                      <a:pt x="1132" y="878"/>
                      <a:pt x="1389" y="368"/>
                    </a:cubicBezTo>
                    <a:cubicBezTo>
                      <a:pt x="1451" y="241"/>
                      <a:pt x="1398" y="87"/>
                      <a:pt x="1270" y="26"/>
                    </a:cubicBezTo>
                    <a:cubicBezTo>
                      <a:pt x="1234" y="9"/>
                      <a:pt x="1196" y="1"/>
                      <a:pt x="115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>
          <a:extLst>
            <a:ext uri="{FF2B5EF4-FFF2-40B4-BE49-F238E27FC236}">
              <a16:creationId xmlns:a16="http://schemas.microsoft.com/office/drawing/2014/main" id="{16CAB4F6-D3D8-8C31-50F9-CD1D4C508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6">
            <a:extLst>
              <a:ext uri="{FF2B5EF4-FFF2-40B4-BE49-F238E27FC236}">
                <a16:creationId xmlns:a16="http://schemas.microsoft.com/office/drawing/2014/main" id="{9AD4F6EA-4A31-0946-448B-9AB3CE0AF2C2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5472738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Паттерн проектирования</a:t>
            </a:r>
            <a:r>
              <a:rPr lang="en-US" dirty="0"/>
              <a:t> WPF</a:t>
            </a:r>
            <a:endParaRPr dirty="0"/>
          </a:p>
        </p:txBody>
      </p:sp>
      <p:cxnSp>
        <p:nvCxnSpPr>
          <p:cNvPr id="234" name="Google Shape;234;p46">
            <a:extLst>
              <a:ext uri="{FF2B5EF4-FFF2-40B4-BE49-F238E27FC236}">
                <a16:creationId xmlns:a16="http://schemas.microsoft.com/office/drawing/2014/main" id="{DC4B0A6F-C1DE-425D-6627-1A15892D9D54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301" name="TextBox 300">
            <a:extLst>
              <a:ext uri="{FF2B5EF4-FFF2-40B4-BE49-F238E27FC236}">
                <a16:creationId xmlns:a16="http://schemas.microsoft.com/office/drawing/2014/main" id="{76F5E634-6431-C0B0-2D94-C443AD0CC0ED}"/>
              </a:ext>
            </a:extLst>
          </p:cNvPr>
          <p:cNvSpPr txBox="1"/>
          <p:nvPr/>
        </p:nvSpPr>
        <p:spPr>
          <a:xfrm>
            <a:off x="121577" y="1120998"/>
            <a:ext cx="3511723" cy="231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</a:rPr>
              <a:t>Используется Паттерн: </a:t>
            </a:r>
            <a:r>
              <a:rPr lang="en-US" b="1" dirty="0">
                <a:solidFill>
                  <a:schemeClr val="bg1"/>
                </a:solidFill>
              </a:rPr>
              <a:t>Service Layer</a:t>
            </a:r>
            <a:r>
              <a:rPr lang="ru-RU" b="1" dirty="0">
                <a:solidFill>
                  <a:schemeClr val="bg1"/>
                </a:solidFill>
              </a:rPr>
              <a:t>:</a:t>
            </a:r>
            <a:endParaRPr lang="en-US" b="1" dirty="0">
              <a:solidFill>
                <a:schemeClr val="bg1"/>
              </a:solidFill>
            </a:endParaRPr>
          </a:p>
          <a:p>
            <a:pPr marL="180000" lvl="3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1. </a:t>
            </a:r>
            <a:r>
              <a:rPr lang="ru-RU" b="1" dirty="0">
                <a:solidFill>
                  <a:schemeClr val="bg1"/>
                </a:solidFill>
              </a:rPr>
              <a:t>Страницы </a:t>
            </a:r>
            <a:endParaRPr lang="en-US" b="1" dirty="0">
              <a:solidFill>
                <a:schemeClr val="bg1"/>
              </a:solidFill>
            </a:endParaRPr>
          </a:p>
          <a:p>
            <a:pPr marL="180000" lvl="3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2. </a:t>
            </a:r>
            <a:r>
              <a:rPr lang="ru-RU" b="1" dirty="0">
                <a:solidFill>
                  <a:schemeClr val="bg1"/>
                </a:solidFill>
              </a:rPr>
              <a:t>Сервис</a:t>
            </a:r>
            <a:endParaRPr lang="en-US" b="1" dirty="0">
              <a:solidFill>
                <a:schemeClr val="bg1"/>
              </a:solidFill>
            </a:endParaRPr>
          </a:p>
          <a:p>
            <a:pPr marL="180000" lvl="3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3. </a:t>
            </a:r>
            <a:r>
              <a:rPr lang="ru-RU" b="1" dirty="0">
                <a:solidFill>
                  <a:schemeClr val="bg1"/>
                </a:solidFill>
              </a:rPr>
              <a:t>Передача</a:t>
            </a:r>
          </a:p>
          <a:p>
            <a:pPr lvl="3"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</a:rPr>
              <a:t>Показывает последовательность каждого слоя.  </a:t>
            </a:r>
          </a:p>
          <a:p>
            <a:pPr marL="180000" lvl="3">
              <a:lnSpc>
                <a:spcPct val="150000"/>
              </a:lnSpc>
            </a:pPr>
            <a:endParaRPr lang="ru-RU" b="1" dirty="0">
              <a:solidFill>
                <a:schemeClr val="bg1"/>
              </a:solidFill>
            </a:endParaRPr>
          </a:p>
        </p:txBody>
      </p:sp>
      <p:grpSp>
        <p:nvGrpSpPr>
          <p:cNvPr id="8" name="Рисунок 4">
            <a:extLst>
              <a:ext uri="{FF2B5EF4-FFF2-40B4-BE49-F238E27FC236}">
                <a16:creationId xmlns:a16="http://schemas.microsoft.com/office/drawing/2014/main" id="{8734ACFF-6F65-54CE-4ABC-BF9927655FFD}"/>
              </a:ext>
            </a:extLst>
          </p:cNvPr>
          <p:cNvGrpSpPr/>
          <p:nvPr/>
        </p:nvGrpSpPr>
        <p:grpSpPr>
          <a:xfrm>
            <a:off x="4247775" y="1269772"/>
            <a:ext cx="3744275" cy="2568275"/>
            <a:chOff x="4450222" y="1269771"/>
            <a:chExt cx="3744275" cy="2568275"/>
          </a:xfrm>
          <a:solidFill>
            <a:schemeClr val="tx1"/>
          </a:solidFill>
        </p:grpSpPr>
        <p:grpSp>
          <p:nvGrpSpPr>
            <p:cNvPr id="9" name="Рисунок 4">
              <a:extLst>
                <a:ext uri="{FF2B5EF4-FFF2-40B4-BE49-F238E27FC236}">
                  <a16:creationId xmlns:a16="http://schemas.microsoft.com/office/drawing/2014/main" id="{26AA9A62-2989-AC39-E763-401586C047D2}"/>
                </a:ext>
              </a:extLst>
            </p:cNvPr>
            <p:cNvGrpSpPr/>
            <p:nvPr/>
          </p:nvGrpSpPr>
          <p:grpSpPr>
            <a:xfrm>
              <a:off x="6072290" y="1425219"/>
              <a:ext cx="484998" cy="94620"/>
              <a:chOff x="6072290" y="1425219"/>
              <a:chExt cx="484998" cy="94620"/>
            </a:xfrm>
            <a:solidFill>
              <a:schemeClr val="tx1"/>
            </a:solidFill>
          </p:grpSpPr>
          <p:sp>
            <p:nvSpPr>
              <p:cNvPr id="10" name="Полилиния: фигура 9">
                <a:extLst>
                  <a:ext uri="{FF2B5EF4-FFF2-40B4-BE49-F238E27FC236}">
                    <a16:creationId xmlns:a16="http://schemas.microsoft.com/office/drawing/2014/main" id="{E858CFBC-2519-C3DE-0A83-46AB3B60C664}"/>
                  </a:ext>
                </a:extLst>
              </p:cNvPr>
              <p:cNvSpPr/>
              <p:nvPr/>
            </p:nvSpPr>
            <p:spPr>
              <a:xfrm>
                <a:off x="6072290" y="1472529"/>
                <a:ext cx="414033" cy="13517"/>
              </a:xfrm>
              <a:custGeom>
                <a:avLst/>
                <a:gdLst>
                  <a:gd name="csX0" fmla="*/ 0 w 414033"/>
                  <a:gd name="csY0" fmla="*/ 0 h 13517"/>
                  <a:gd name="csX1" fmla="*/ 270345 w 414033"/>
                  <a:gd name="csY1" fmla="*/ 0 h 13517"/>
                  <a:gd name="csX2" fmla="*/ 229793 w 414033"/>
                  <a:gd name="csY2" fmla="*/ 0 h 13517"/>
                  <a:gd name="csX3" fmla="*/ 414033 w 414033"/>
                  <a:gd name="csY3" fmla="*/ 0 h 135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414033" h="13517">
                    <a:moveTo>
                      <a:pt x="0" y="0"/>
                    </a:moveTo>
                    <a:lnTo>
                      <a:pt x="270345" y="0"/>
                    </a:lnTo>
                    <a:lnTo>
                      <a:pt x="229793" y="0"/>
                    </a:lnTo>
                    <a:lnTo>
                      <a:pt x="414033" y="0"/>
                    </a:lnTo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11" name="Полилиния: фигура 10">
                <a:extLst>
                  <a:ext uri="{FF2B5EF4-FFF2-40B4-BE49-F238E27FC236}">
                    <a16:creationId xmlns:a16="http://schemas.microsoft.com/office/drawing/2014/main" id="{1A8F62B7-F624-7258-A0F6-7EAA1E3D50A8}"/>
                  </a:ext>
                </a:extLst>
              </p:cNvPr>
              <p:cNvSpPr/>
              <p:nvPr/>
            </p:nvSpPr>
            <p:spPr>
              <a:xfrm>
                <a:off x="6462668" y="1425219"/>
                <a:ext cx="94620" cy="94620"/>
              </a:xfrm>
              <a:custGeom>
                <a:avLst/>
                <a:gdLst>
                  <a:gd name="csX0" fmla="*/ 94621 w 94620"/>
                  <a:gd name="csY0" fmla="*/ 47310 h 94620"/>
                  <a:gd name="csX1" fmla="*/ 0 w 94620"/>
                  <a:gd name="csY1" fmla="*/ 94621 h 94620"/>
                  <a:gd name="csX2" fmla="*/ 23655 w 94620"/>
                  <a:gd name="csY2" fmla="*/ 47310 h 94620"/>
                  <a:gd name="csX3" fmla="*/ 0 w 94620"/>
                  <a:gd name="csY3" fmla="*/ 0 h 946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4620" h="94620">
                    <a:moveTo>
                      <a:pt x="94621" y="47310"/>
                    </a:moveTo>
                    <a:lnTo>
                      <a:pt x="0" y="94621"/>
                    </a:lnTo>
                    <a:lnTo>
                      <a:pt x="23655" y="473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12" name="Рисунок 4">
              <a:extLst>
                <a:ext uri="{FF2B5EF4-FFF2-40B4-BE49-F238E27FC236}">
                  <a16:creationId xmlns:a16="http://schemas.microsoft.com/office/drawing/2014/main" id="{A251B359-C3E0-0C98-B584-54BC9CA69A09}"/>
                </a:ext>
              </a:extLst>
            </p:cNvPr>
            <p:cNvGrpSpPr/>
            <p:nvPr/>
          </p:nvGrpSpPr>
          <p:grpSpPr>
            <a:xfrm>
              <a:off x="5213946" y="1675288"/>
              <a:ext cx="94620" cy="660722"/>
              <a:chOff x="5213946" y="1675288"/>
              <a:chExt cx="94620" cy="660722"/>
            </a:xfrm>
            <a:solidFill>
              <a:schemeClr val="tx1"/>
            </a:solidFill>
          </p:grpSpPr>
          <p:sp>
            <p:nvSpPr>
              <p:cNvPr id="13" name="Полилиния: фигура 12">
                <a:extLst>
                  <a:ext uri="{FF2B5EF4-FFF2-40B4-BE49-F238E27FC236}">
                    <a16:creationId xmlns:a16="http://schemas.microsoft.com/office/drawing/2014/main" id="{BAEF7ECA-1F7C-96A1-753B-0B570D4F315A}"/>
                  </a:ext>
                </a:extLst>
              </p:cNvPr>
              <p:cNvSpPr/>
              <p:nvPr/>
            </p:nvSpPr>
            <p:spPr>
              <a:xfrm>
                <a:off x="5261256" y="1675288"/>
                <a:ext cx="13517" cy="589757"/>
              </a:xfrm>
              <a:custGeom>
                <a:avLst/>
                <a:gdLst>
                  <a:gd name="csX0" fmla="*/ 0 w 13517"/>
                  <a:gd name="csY0" fmla="*/ 0 h 589757"/>
                  <a:gd name="csX1" fmla="*/ 0 w 13517"/>
                  <a:gd name="csY1" fmla="*/ 589757 h 5897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517" h="589757">
                    <a:moveTo>
                      <a:pt x="0" y="0"/>
                    </a:moveTo>
                    <a:lnTo>
                      <a:pt x="0" y="589757"/>
                    </a:lnTo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14" name="Полилиния: фигура 13">
                <a:extLst>
                  <a:ext uri="{FF2B5EF4-FFF2-40B4-BE49-F238E27FC236}">
                    <a16:creationId xmlns:a16="http://schemas.microsoft.com/office/drawing/2014/main" id="{290B6FDB-B4D7-C088-6436-E33226FD8D05}"/>
                  </a:ext>
                </a:extLst>
              </p:cNvPr>
              <p:cNvSpPr/>
              <p:nvPr/>
            </p:nvSpPr>
            <p:spPr>
              <a:xfrm>
                <a:off x="5213946" y="2241390"/>
                <a:ext cx="94620" cy="94620"/>
              </a:xfrm>
              <a:custGeom>
                <a:avLst/>
                <a:gdLst>
                  <a:gd name="csX0" fmla="*/ 47310 w 94620"/>
                  <a:gd name="csY0" fmla="*/ 94621 h 94620"/>
                  <a:gd name="csX1" fmla="*/ 0 w 94620"/>
                  <a:gd name="csY1" fmla="*/ 0 h 94620"/>
                  <a:gd name="csX2" fmla="*/ 47310 w 94620"/>
                  <a:gd name="csY2" fmla="*/ 23655 h 94620"/>
                  <a:gd name="csX3" fmla="*/ 94621 w 94620"/>
                  <a:gd name="csY3" fmla="*/ 0 h 946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4620" h="94620">
                    <a:moveTo>
                      <a:pt x="47310" y="94621"/>
                    </a:moveTo>
                    <a:lnTo>
                      <a:pt x="0" y="0"/>
                    </a:lnTo>
                    <a:lnTo>
                      <a:pt x="47310" y="23655"/>
                    </a:lnTo>
                    <a:lnTo>
                      <a:pt x="94621" y="0"/>
                    </a:lnTo>
                    <a:close/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15" name="Рисунок 4">
              <a:extLst>
                <a:ext uri="{FF2B5EF4-FFF2-40B4-BE49-F238E27FC236}">
                  <a16:creationId xmlns:a16="http://schemas.microsoft.com/office/drawing/2014/main" id="{5DB6BB11-872C-DB20-2589-EB3AA9BDE4FD}"/>
                </a:ext>
              </a:extLst>
            </p:cNvPr>
            <p:cNvGrpSpPr/>
            <p:nvPr/>
          </p:nvGrpSpPr>
          <p:grpSpPr>
            <a:xfrm>
              <a:off x="4450222" y="1269771"/>
              <a:ext cx="1622068" cy="405517"/>
              <a:chOff x="4450222" y="1269771"/>
              <a:chExt cx="1622068" cy="405517"/>
            </a:xfrm>
            <a:solidFill>
              <a:schemeClr val="tx1"/>
            </a:solidFill>
          </p:grpSpPr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F08B7EE8-2CFE-AF77-64F9-C5B70ED226DB}"/>
                  </a:ext>
                </a:extLst>
              </p:cNvPr>
              <p:cNvSpPr/>
              <p:nvPr/>
            </p:nvSpPr>
            <p:spPr>
              <a:xfrm>
                <a:off x="4450222" y="1269771"/>
                <a:ext cx="1622068" cy="405517"/>
              </a:xfrm>
              <a:prstGeom prst="rect">
                <a:avLst/>
              </a:pr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17" name="Рисунок 16">
                <a:extLst>
                  <a:ext uri="{FF2B5EF4-FFF2-40B4-BE49-F238E27FC236}">
                    <a16:creationId xmlns:a16="http://schemas.microsoft.com/office/drawing/2014/main" id="{90B66BAE-C282-46CB-CD96-D9AD75B183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 bright="70000" contrast="-70000"/>
              </a:blip>
              <a:stretch>
                <a:fillRect/>
              </a:stretch>
            </p:blipFill>
            <p:spPr>
              <a:xfrm>
                <a:off x="4463739" y="1384667"/>
                <a:ext cx="1595034" cy="229793"/>
              </a:xfrm>
              <a:custGeom>
                <a:avLst/>
                <a:gdLst>
                  <a:gd name="csX0" fmla="*/ 0 w 1595034"/>
                  <a:gd name="csY0" fmla="*/ 0 h 229793"/>
                  <a:gd name="csX1" fmla="*/ 1595035 w 1595034"/>
                  <a:gd name="csY1" fmla="*/ 0 h 229793"/>
                  <a:gd name="csX2" fmla="*/ 1595035 w 1595034"/>
                  <a:gd name="csY2" fmla="*/ 229793 h 229793"/>
                  <a:gd name="csX3" fmla="*/ 0 w 1595034"/>
                  <a:gd name="csY3" fmla="*/ 229793 h 2297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595034" h="229793">
                    <a:moveTo>
                      <a:pt x="0" y="0"/>
                    </a:moveTo>
                    <a:lnTo>
                      <a:pt x="1595035" y="0"/>
                    </a:lnTo>
                    <a:lnTo>
                      <a:pt x="1595035" y="229793"/>
                    </a:lnTo>
                    <a:lnTo>
                      <a:pt x="0" y="229793"/>
                    </a:lnTo>
                    <a:close/>
                  </a:path>
                </a:pathLst>
              </a:custGeom>
            </p:spPr>
          </p:pic>
        </p:grpSp>
        <p:grpSp>
          <p:nvGrpSpPr>
            <p:cNvPr id="18" name="Рисунок 4">
              <a:extLst>
                <a:ext uri="{FF2B5EF4-FFF2-40B4-BE49-F238E27FC236}">
                  <a16:creationId xmlns:a16="http://schemas.microsoft.com/office/drawing/2014/main" id="{6E8152F4-54EB-0008-A691-85EE76C6899C}"/>
                </a:ext>
              </a:extLst>
            </p:cNvPr>
            <p:cNvGrpSpPr/>
            <p:nvPr/>
          </p:nvGrpSpPr>
          <p:grpSpPr>
            <a:xfrm>
              <a:off x="6572428" y="1269771"/>
              <a:ext cx="1622068" cy="405517"/>
              <a:chOff x="6572428" y="1269771"/>
              <a:chExt cx="1622068" cy="405517"/>
            </a:xfrm>
            <a:solidFill>
              <a:schemeClr val="tx1"/>
            </a:solidFill>
          </p:grpSpPr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05667585-9F51-043D-1AAA-A3AF7348FFE9}"/>
                  </a:ext>
                </a:extLst>
              </p:cNvPr>
              <p:cNvSpPr/>
              <p:nvPr/>
            </p:nvSpPr>
            <p:spPr>
              <a:xfrm>
                <a:off x="6572428" y="1269771"/>
                <a:ext cx="1622068" cy="405517"/>
              </a:xfrm>
              <a:prstGeom prst="rect">
                <a:avLst/>
              </a:pr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0" name="Рисунок 19">
                <a:extLst>
                  <a:ext uri="{FF2B5EF4-FFF2-40B4-BE49-F238E27FC236}">
                    <a16:creationId xmlns:a16="http://schemas.microsoft.com/office/drawing/2014/main" id="{1600F375-635E-8C70-655A-CCA6283B8E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 bright="70000" contrast="-70000"/>
              </a:blip>
              <a:stretch>
                <a:fillRect/>
              </a:stretch>
            </p:blipFill>
            <p:spPr>
              <a:xfrm>
                <a:off x="6585946" y="1384667"/>
                <a:ext cx="1595034" cy="229793"/>
              </a:xfrm>
              <a:custGeom>
                <a:avLst/>
                <a:gdLst>
                  <a:gd name="csX0" fmla="*/ 0 w 1595034"/>
                  <a:gd name="csY0" fmla="*/ 0 h 229793"/>
                  <a:gd name="csX1" fmla="*/ 1595035 w 1595034"/>
                  <a:gd name="csY1" fmla="*/ 0 h 229793"/>
                  <a:gd name="csX2" fmla="*/ 1595035 w 1595034"/>
                  <a:gd name="csY2" fmla="*/ 229793 h 229793"/>
                  <a:gd name="csX3" fmla="*/ 0 w 1595034"/>
                  <a:gd name="csY3" fmla="*/ 229793 h 2297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595034" h="229793">
                    <a:moveTo>
                      <a:pt x="0" y="0"/>
                    </a:moveTo>
                    <a:lnTo>
                      <a:pt x="1595035" y="0"/>
                    </a:lnTo>
                    <a:lnTo>
                      <a:pt x="1595035" y="229793"/>
                    </a:lnTo>
                    <a:lnTo>
                      <a:pt x="0" y="229793"/>
                    </a:lnTo>
                    <a:close/>
                  </a:path>
                </a:pathLst>
              </a:custGeom>
            </p:spPr>
          </p:pic>
        </p:grpSp>
        <p:grpSp>
          <p:nvGrpSpPr>
            <p:cNvPr id="21" name="Рисунок 4">
              <a:extLst>
                <a:ext uri="{FF2B5EF4-FFF2-40B4-BE49-F238E27FC236}">
                  <a16:creationId xmlns:a16="http://schemas.microsoft.com/office/drawing/2014/main" id="{4C199138-FAD0-7BD0-91AE-DF8D6B8719BB}"/>
                </a:ext>
              </a:extLst>
            </p:cNvPr>
            <p:cNvGrpSpPr/>
            <p:nvPr/>
          </p:nvGrpSpPr>
          <p:grpSpPr>
            <a:xfrm>
              <a:off x="6072290" y="2506598"/>
              <a:ext cx="484998" cy="94620"/>
              <a:chOff x="6072290" y="2506598"/>
              <a:chExt cx="484998" cy="94620"/>
            </a:xfrm>
            <a:solidFill>
              <a:schemeClr val="tx1"/>
            </a:solidFill>
          </p:grpSpPr>
          <p:sp>
            <p:nvSpPr>
              <p:cNvPr id="22" name="Полилиния: фигура 21">
                <a:extLst>
                  <a:ext uri="{FF2B5EF4-FFF2-40B4-BE49-F238E27FC236}">
                    <a16:creationId xmlns:a16="http://schemas.microsoft.com/office/drawing/2014/main" id="{FB8AEB86-367D-5C21-CA1C-F83E6BD0F51B}"/>
                  </a:ext>
                </a:extLst>
              </p:cNvPr>
              <p:cNvSpPr/>
              <p:nvPr/>
            </p:nvSpPr>
            <p:spPr>
              <a:xfrm>
                <a:off x="6072290" y="2553908"/>
                <a:ext cx="414033" cy="13517"/>
              </a:xfrm>
              <a:custGeom>
                <a:avLst/>
                <a:gdLst>
                  <a:gd name="csX0" fmla="*/ 0 w 414033"/>
                  <a:gd name="csY0" fmla="*/ 0 h 13517"/>
                  <a:gd name="csX1" fmla="*/ 270345 w 414033"/>
                  <a:gd name="csY1" fmla="*/ 0 h 13517"/>
                  <a:gd name="csX2" fmla="*/ 229793 w 414033"/>
                  <a:gd name="csY2" fmla="*/ 0 h 13517"/>
                  <a:gd name="csX3" fmla="*/ 414033 w 414033"/>
                  <a:gd name="csY3" fmla="*/ 0 h 135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414033" h="13517">
                    <a:moveTo>
                      <a:pt x="0" y="0"/>
                    </a:moveTo>
                    <a:lnTo>
                      <a:pt x="270345" y="0"/>
                    </a:lnTo>
                    <a:lnTo>
                      <a:pt x="229793" y="0"/>
                    </a:lnTo>
                    <a:lnTo>
                      <a:pt x="414033" y="0"/>
                    </a:lnTo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3" name="Полилиния: фигура 22">
                <a:extLst>
                  <a:ext uri="{FF2B5EF4-FFF2-40B4-BE49-F238E27FC236}">
                    <a16:creationId xmlns:a16="http://schemas.microsoft.com/office/drawing/2014/main" id="{F993A54C-7A81-7CA9-5B5A-4E32E784E77B}"/>
                  </a:ext>
                </a:extLst>
              </p:cNvPr>
              <p:cNvSpPr/>
              <p:nvPr/>
            </p:nvSpPr>
            <p:spPr>
              <a:xfrm>
                <a:off x="6462668" y="2506598"/>
                <a:ext cx="94620" cy="94620"/>
              </a:xfrm>
              <a:custGeom>
                <a:avLst/>
                <a:gdLst>
                  <a:gd name="csX0" fmla="*/ 94621 w 94620"/>
                  <a:gd name="csY0" fmla="*/ 47310 h 94620"/>
                  <a:gd name="csX1" fmla="*/ 0 w 94620"/>
                  <a:gd name="csY1" fmla="*/ 94621 h 94620"/>
                  <a:gd name="csX2" fmla="*/ 23655 w 94620"/>
                  <a:gd name="csY2" fmla="*/ 47310 h 94620"/>
                  <a:gd name="csX3" fmla="*/ 0 w 94620"/>
                  <a:gd name="csY3" fmla="*/ 0 h 946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4620" h="94620">
                    <a:moveTo>
                      <a:pt x="94621" y="47310"/>
                    </a:moveTo>
                    <a:lnTo>
                      <a:pt x="0" y="94621"/>
                    </a:lnTo>
                    <a:lnTo>
                      <a:pt x="23655" y="473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4" name="Рисунок 4">
              <a:extLst>
                <a:ext uri="{FF2B5EF4-FFF2-40B4-BE49-F238E27FC236}">
                  <a16:creationId xmlns:a16="http://schemas.microsoft.com/office/drawing/2014/main" id="{3A1B196D-3F8F-FF76-A22C-8DE9751FD7C2}"/>
                </a:ext>
              </a:extLst>
            </p:cNvPr>
            <p:cNvGrpSpPr/>
            <p:nvPr/>
          </p:nvGrpSpPr>
          <p:grpSpPr>
            <a:xfrm>
              <a:off x="5213946" y="2756667"/>
              <a:ext cx="94620" cy="660722"/>
              <a:chOff x="5213946" y="2756667"/>
              <a:chExt cx="94620" cy="660722"/>
            </a:xfrm>
            <a:solidFill>
              <a:schemeClr val="tx1"/>
            </a:solidFill>
          </p:grpSpPr>
          <p:sp>
            <p:nvSpPr>
              <p:cNvPr id="25" name="Полилиния: фигура 24">
                <a:extLst>
                  <a:ext uri="{FF2B5EF4-FFF2-40B4-BE49-F238E27FC236}">
                    <a16:creationId xmlns:a16="http://schemas.microsoft.com/office/drawing/2014/main" id="{0A55060D-F886-65C3-0DB0-23CC72FB517C}"/>
                  </a:ext>
                </a:extLst>
              </p:cNvPr>
              <p:cNvSpPr/>
              <p:nvPr/>
            </p:nvSpPr>
            <p:spPr>
              <a:xfrm>
                <a:off x="5261256" y="2756667"/>
                <a:ext cx="13517" cy="589757"/>
              </a:xfrm>
              <a:custGeom>
                <a:avLst/>
                <a:gdLst>
                  <a:gd name="csX0" fmla="*/ 0 w 13517"/>
                  <a:gd name="csY0" fmla="*/ 0 h 589757"/>
                  <a:gd name="csX1" fmla="*/ 0 w 13517"/>
                  <a:gd name="csY1" fmla="*/ 589757 h 5897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517" h="589757">
                    <a:moveTo>
                      <a:pt x="0" y="0"/>
                    </a:moveTo>
                    <a:lnTo>
                      <a:pt x="0" y="589757"/>
                    </a:lnTo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6" name="Полилиния: фигура 25">
                <a:extLst>
                  <a:ext uri="{FF2B5EF4-FFF2-40B4-BE49-F238E27FC236}">
                    <a16:creationId xmlns:a16="http://schemas.microsoft.com/office/drawing/2014/main" id="{8D2169E3-2735-E820-722E-101AF12D8BB3}"/>
                  </a:ext>
                </a:extLst>
              </p:cNvPr>
              <p:cNvSpPr/>
              <p:nvPr/>
            </p:nvSpPr>
            <p:spPr>
              <a:xfrm>
                <a:off x="5213946" y="3322769"/>
                <a:ext cx="94620" cy="94620"/>
              </a:xfrm>
              <a:custGeom>
                <a:avLst/>
                <a:gdLst>
                  <a:gd name="csX0" fmla="*/ 47310 w 94620"/>
                  <a:gd name="csY0" fmla="*/ 94621 h 94620"/>
                  <a:gd name="csX1" fmla="*/ 0 w 94620"/>
                  <a:gd name="csY1" fmla="*/ 0 h 94620"/>
                  <a:gd name="csX2" fmla="*/ 47310 w 94620"/>
                  <a:gd name="csY2" fmla="*/ 23655 h 94620"/>
                  <a:gd name="csX3" fmla="*/ 94621 w 94620"/>
                  <a:gd name="csY3" fmla="*/ 0 h 946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4620" h="94620">
                    <a:moveTo>
                      <a:pt x="47310" y="94621"/>
                    </a:moveTo>
                    <a:lnTo>
                      <a:pt x="0" y="0"/>
                    </a:lnTo>
                    <a:lnTo>
                      <a:pt x="47310" y="23655"/>
                    </a:lnTo>
                    <a:lnTo>
                      <a:pt x="94621" y="0"/>
                    </a:lnTo>
                    <a:close/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7" name="Рисунок 4">
              <a:extLst>
                <a:ext uri="{FF2B5EF4-FFF2-40B4-BE49-F238E27FC236}">
                  <a16:creationId xmlns:a16="http://schemas.microsoft.com/office/drawing/2014/main" id="{3D7A1024-D548-EE02-560A-41BC9D6A6507}"/>
                </a:ext>
              </a:extLst>
            </p:cNvPr>
            <p:cNvGrpSpPr/>
            <p:nvPr/>
          </p:nvGrpSpPr>
          <p:grpSpPr>
            <a:xfrm>
              <a:off x="4450222" y="2351150"/>
              <a:ext cx="1622068" cy="405517"/>
              <a:chOff x="4450222" y="2351150"/>
              <a:chExt cx="1622068" cy="405517"/>
            </a:xfrm>
            <a:solidFill>
              <a:schemeClr val="tx1"/>
            </a:solidFill>
          </p:grpSpPr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9185BDF-1C5E-8708-699C-FA0B8868032C}"/>
                  </a:ext>
                </a:extLst>
              </p:cNvPr>
              <p:cNvSpPr/>
              <p:nvPr/>
            </p:nvSpPr>
            <p:spPr>
              <a:xfrm>
                <a:off x="4450222" y="2351150"/>
                <a:ext cx="1622068" cy="405517"/>
              </a:xfrm>
              <a:prstGeom prst="rect">
                <a:avLst/>
              </a:pr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9" name="Рисунок 28">
                <a:extLst>
                  <a:ext uri="{FF2B5EF4-FFF2-40B4-BE49-F238E27FC236}">
                    <a16:creationId xmlns:a16="http://schemas.microsoft.com/office/drawing/2014/main" id="{8BCB02D4-5E02-5C77-D024-93DB583B03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 bright="70000" contrast="-70000"/>
              </a:blip>
              <a:stretch>
                <a:fillRect/>
              </a:stretch>
            </p:blipFill>
            <p:spPr>
              <a:xfrm>
                <a:off x="4463739" y="2466046"/>
                <a:ext cx="1595034" cy="229793"/>
              </a:xfrm>
              <a:custGeom>
                <a:avLst/>
                <a:gdLst>
                  <a:gd name="csX0" fmla="*/ 0 w 1595034"/>
                  <a:gd name="csY0" fmla="*/ 0 h 229793"/>
                  <a:gd name="csX1" fmla="*/ 1595035 w 1595034"/>
                  <a:gd name="csY1" fmla="*/ 0 h 229793"/>
                  <a:gd name="csX2" fmla="*/ 1595035 w 1595034"/>
                  <a:gd name="csY2" fmla="*/ 229793 h 229793"/>
                  <a:gd name="csX3" fmla="*/ 0 w 1595034"/>
                  <a:gd name="csY3" fmla="*/ 229793 h 2297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595034" h="229793">
                    <a:moveTo>
                      <a:pt x="0" y="0"/>
                    </a:moveTo>
                    <a:lnTo>
                      <a:pt x="1595035" y="0"/>
                    </a:lnTo>
                    <a:lnTo>
                      <a:pt x="1595035" y="229793"/>
                    </a:lnTo>
                    <a:lnTo>
                      <a:pt x="0" y="229793"/>
                    </a:lnTo>
                    <a:close/>
                  </a:path>
                </a:pathLst>
              </a:custGeom>
            </p:spPr>
          </p:pic>
        </p:grpSp>
        <p:grpSp>
          <p:nvGrpSpPr>
            <p:cNvPr id="30" name="Рисунок 4">
              <a:extLst>
                <a:ext uri="{FF2B5EF4-FFF2-40B4-BE49-F238E27FC236}">
                  <a16:creationId xmlns:a16="http://schemas.microsoft.com/office/drawing/2014/main" id="{B0E904C1-203D-A26E-0861-12702E161659}"/>
                </a:ext>
              </a:extLst>
            </p:cNvPr>
            <p:cNvGrpSpPr/>
            <p:nvPr/>
          </p:nvGrpSpPr>
          <p:grpSpPr>
            <a:xfrm>
              <a:off x="6072290" y="3587977"/>
              <a:ext cx="484998" cy="94620"/>
              <a:chOff x="6072290" y="3587977"/>
              <a:chExt cx="484998" cy="94620"/>
            </a:xfrm>
            <a:solidFill>
              <a:schemeClr val="tx1"/>
            </a:solidFill>
          </p:grpSpPr>
          <p:sp>
            <p:nvSpPr>
              <p:cNvPr id="31" name="Полилиния: фигура 30">
                <a:extLst>
                  <a:ext uri="{FF2B5EF4-FFF2-40B4-BE49-F238E27FC236}">
                    <a16:creationId xmlns:a16="http://schemas.microsoft.com/office/drawing/2014/main" id="{F61322D2-CF22-98AB-DF3D-3F153B6D0CFB}"/>
                  </a:ext>
                </a:extLst>
              </p:cNvPr>
              <p:cNvSpPr/>
              <p:nvPr/>
            </p:nvSpPr>
            <p:spPr>
              <a:xfrm>
                <a:off x="6072290" y="3635288"/>
                <a:ext cx="414033" cy="13517"/>
              </a:xfrm>
              <a:custGeom>
                <a:avLst/>
                <a:gdLst>
                  <a:gd name="csX0" fmla="*/ 0 w 414033"/>
                  <a:gd name="csY0" fmla="*/ 0 h 13517"/>
                  <a:gd name="csX1" fmla="*/ 270345 w 414033"/>
                  <a:gd name="csY1" fmla="*/ 0 h 13517"/>
                  <a:gd name="csX2" fmla="*/ 229793 w 414033"/>
                  <a:gd name="csY2" fmla="*/ 0 h 13517"/>
                  <a:gd name="csX3" fmla="*/ 414033 w 414033"/>
                  <a:gd name="csY3" fmla="*/ 0 h 135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414033" h="13517">
                    <a:moveTo>
                      <a:pt x="0" y="0"/>
                    </a:moveTo>
                    <a:lnTo>
                      <a:pt x="270345" y="0"/>
                    </a:lnTo>
                    <a:lnTo>
                      <a:pt x="229793" y="0"/>
                    </a:lnTo>
                    <a:lnTo>
                      <a:pt x="414033" y="0"/>
                    </a:lnTo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24" name="Полилиния: фигура 223">
                <a:extLst>
                  <a:ext uri="{FF2B5EF4-FFF2-40B4-BE49-F238E27FC236}">
                    <a16:creationId xmlns:a16="http://schemas.microsoft.com/office/drawing/2014/main" id="{52EC0D95-A91D-0766-348E-B365C6AEE9EC}"/>
                  </a:ext>
                </a:extLst>
              </p:cNvPr>
              <p:cNvSpPr/>
              <p:nvPr/>
            </p:nvSpPr>
            <p:spPr>
              <a:xfrm>
                <a:off x="6462668" y="3587977"/>
                <a:ext cx="94620" cy="94620"/>
              </a:xfrm>
              <a:custGeom>
                <a:avLst/>
                <a:gdLst>
                  <a:gd name="csX0" fmla="*/ 94621 w 94620"/>
                  <a:gd name="csY0" fmla="*/ 47310 h 94620"/>
                  <a:gd name="csX1" fmla="*/ 0 w 94620"/>
                  <a:gd name="csY1" fmla="*/ 94621 h 94620"/>
                  <a:gd name="csX2" fmla="*/ 23655 w 94620"/>
                  <a:gd name="csY2" fmla="*/ 47310 h 94620"/>
                  <a:gd name="csX3" fmla="*/ 0 w 94620"/>
                  <a:gd name="csY3" fmla="*/ 0 h 946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4620" h="94620">
                    <a:moveTo>
                      <a:pt x="94621" y="47310"/>
                    </a:moveTo>
                    <a:lnTo>
                      <a:pt x="0" y="94621"/>
                    </a:lnTo>
                    <a:lnTo>
                      <a:pt x="23655" y="473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35" name="Рисунок 4">
              <a:extLst>
                <a:ext uri="{FF2B5EF4-FFF2-40B4-BE49-F238E27FC236}">
                  <a16:creationId xmlns:a16="http://schemas.microsoft.com/office/drawing/2014/main" id="{686A739E-2B7D-720B-8A08-C54267A53FD4}"/>
                </a:ext>
              </a:extLst>
            </p:cNvPr>
            <p:cNvGrpSpPr/>
            <p:nvPr/>
          </p:nvGrpSpPr>
          <p:grpSpPr>
            <a:xfrm>
              <a:off x="4450222" y="3432529"/>
              <a:ext cx="1622068" cy="405517"/>
              <a:chOff x="4450222" y="3432529"/>
              <a:chExt cx="1622068" cy="405517"/>
            </a:xfrm>
            <a:solidFill>
              <a:schemeClr val="tx1"/>
            </a:solidFill>
          </p:grpSpPr>
          <p:sp>
            <p:nvSpPr>
              <p:cNvPr id="236" name="Прямоугольник 235">
                <a:extLst>
                  <a:ext uri="{FF2B5EF4-FFF2-40B4-BE49-F238E27FC236}">
                    <a16:creationId xmlns:a16="http://schemas.microsoft.com/office/drawing/2014/main" id="{1CAB4276-21CA-AA3A-9D2F-6AB57DC573A1}"/>
                  </a:ext>
                </a:extLst>
              </p:cNvPr>
              <p:cNvSpPr/>
              <p:nvPr/>
            </p:nvSpPr>
            <p:spPr>
              <a:xfrm>
                <a:off x="4450222" y="3432529"/>
                <a:ext cx="1622068" cy="405517"/>
              </a:xfrm>
              <a:prstGeom prst="rect">
                <a:avLst/>
              </a:pr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37" name="Рисунок 236">
                <a:extLst>
                  <a:ext uri="{FF2B5EF4-FFF2-40B4-BE49-F238E27FC236}">
                    <a16:creationId xmlns:a16="http://schemas.microsoft.com/office/drawing/2014/main" id="{D7132DAB-8300-F0AB-E53B-8E3B3B66BD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lum bright="70000" contrast="-70000"/>
              </a:blip>
              <a:stretch>
                <a:fillRect/>
              </a:stretch>
            </p:blipFill>
            <p:spPr>
              <a:xfrm>
                <a:off x="4463739" y="3547426"/>
                <a:ext cx="1595034" cy="229793"/>
              </a:xfrm>
              <a:custGeom>
                <a:avLst/>
                <a:gdLst>
                  <a:gd name="csX0" fmla="*/ 0 w 1595034"/>
                  <a:gd name="csY0" fmla="*/ 0 h 229793"/>
                  <a:gd name="csX1" fmla="*/ 1595035 w 1595034"/>
                  <a:gd name="csY1" fmla="*/ 0 h 229793"/>
                  <a:gd name="csX2" fmla="*/ 1595035 w 1595034"/>
                  <a:gd name="csY2" fmla="*/ 229793 h 229793"/>
                  <a:gd name="csX3" fmla="*/ 0 w 1595034"/>
                  <a:gd name="csY3" fmla="*/ 229793 h 2297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595034" h="229793">
                    <a:moveTo>
                      <a:pt x="0" y="0"/>
                    </a:moveTo>
                    <a:lnTo>
                      <a:pt x="1595035" y="0"/>
                    </a:lnTo>
                    <a:lnTo>
                      <a:pt x="1595035" y="229793"/>
                    </a:lnTo>
                    <a:lnTo>
                      <a:pt x="0" y="229793"/>
                    </a:lnTo>
                    <a:close/>
                  </a:path>
                </a:pathLst>
              </a:custGeom>
            </p:spPr>
          </p:pic>
        </p:grpSp>
        <p:grpSp>
          <p:nvGrpSpPr>
            <p:cNvPr id="238" name="Рисунок 4">
              <a:extLst>
                <a:ext uri="{FF2B5EF4-FFF2-40B4-BE49-F238E27FC236}">
                  <a16:creationId xmlns:a16="http://schemas.microsoft.com/office/drawing/2014/main" id="{FC0B59C0-AF81-AB27-1B0C-25C85882E856}"/>
                </a:ext>
              </a:extLst>
            </p:cNvPr>
            <p:cNvGrpSpPr/>
            <p:nvPr/>
          </p:nvGrpSpPr>
          <p:grpSpPr>
            <a:xfrm>
              <a:off x="6572428" y="3432529"/>
              <a:ext cx="1622068" cy="405517"/>
              <a:chOff x="6572428" y="3432529"/>
              <a:chExt cx="1622068" cy="405517"/>
            </a:xfrm>
            <a:solidFill>
              <a:schemeClr val="tx1"/>
            </a:solidFill>
          </p:grpSpPr>
          <p:sp>
            <p:nvSpPr>
              <p:cNvPr id="239" name="Прямоугольник 238">
                <a:extLst>
                  <a:ext uri="{FF2B5EF4-FFF2-40B4-BE49-F238E27FC236}">
                    <a16:creationId xmlns:a16="http://schemas.microsoft.com/office/drawing/2014/main" id="{A2FB7D4D-B107-FC3B-D4C5-EAD7F3F80ADB}"/>
                  </a:ext>
                </a:extLst>
              </p:cNvPr>
              <p:cNvSpPr/>
              <p:nvPr/>
            </p:nvSpPr>
            <p:spPr>
              <a:xfrm>
                <a:off x="6572428" y="3432529"/>
                <a:ext cx="1622068" cy="405517"/>
              </a:xfrm>
              <a:prstGeom prst="rect">
                <a:avLst/>
              </a:pr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40" name="Рисунок 239">
                <a:extLst>
                  <a:ext uri="{FF2B5EF4-FFF2-40B4-BE49-F238E27FC236}">
                    <a16:creationId xmlns:a16="http://schemas.microsoft.com/office/drawing/2014/main" id="{8EF55C7B-FD57-46F1-0882-8AC3154BC6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 bright="70000" contrast="-70000"/>
              </a:blip>
              <a:stretch>
                <a:fillRect/>
              </a:stretch>
            </p:blipFill>
            <p:spPr>
              <a:xfrm>
                <a:off x="6585946" y="3547426"/>
                <a:ext cx="1595034" cy="229793"/>
              </a:xfrm>
              <a:custGeom>
                <a:avLst/>
                <a:gdLst>
                  <a:gd name="csX0" fmla="*/ 0 w 1595034"/>
                  <a:gd name="csY0" fmla="*/ 0 h 229793"/>
                  <a:gd name="csX1" fmla="*/ 1595035 w 1595034"/>
                  <a:gd name="csY1" fmla="*/ 0 h 229793"/>
                  <a:gd name="csX2" fmla="*/ 1595035 w 1595034"/>
                  <a:gd name="csY2" fmla="*/ 229793 h 229793"/>
                  <a:gd name="csX3" fmla="*/ 0 w 1595034"/>
                  <a:gd name="csY3" fmla="*/ 229793 h 2297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595034" h="229793">
                    <a:moveTo>
                      <a:pt x="0" y="0"/>
                    </a:moveTo>
                    <a:lnTo>
                      <a:pt x="1595035" y="0"/>
                    </a:lnTo>
                    <a:lnTo>
                      <a:pt x="1595035" y="229793"/>
                    </a:lnTo>
                    <a:lnTo>
                      <a:pt x="0" y="229793"/>
                    </a:lnTo>
                    <a:close/>
                  </a:path>
                </a:pathLst>
              </a:custGeom>
            </p:spPr>
          </p:pic>
        </p:grpSp>
        <p:grpSp>
          <p:nvGrpSpPr>
            <p:cNvPr id="241" name="Рисунок 4">
              <a:extLst>
                <a:ext uri="{FF2B5EF4-FFF2-40B4-BE49-F238E27FC236}">
                  <a16:creationId xmlns:a16="http://schemas.microsoft.com/office/drawing/2014/main" id="{E55DA817-141C-568F-5B52-1015DADD20D3}"/>
                </a:ext>
              </a:extLst>
            </p:cNvPr>
            <p:cNvGrpSpPr/>
            <p:nvPr/>
          </p:nvGrpSpPr>
          <p:grpSpPr>
            <a:xfrm>
              <a:off x="6572428" y="2351150"/>
              <a:ext cx="1622068" cy="405517"/>
              <a:chOff x="6572428" y="2351150"/>
              <a:chExt cx="1622068" cy="405517"/>
            </a:xfrm>
            <a:solidFill>
              <a:schemeClr val="tx1"/>
            </a:solidFill>
          </p:grpSpPr>
          <p:sp>
            <p:nvSpPr>
              <p:cNvPr id="242" name="Прямоугольник 241">
                <a:extLst>
                  <a:ext uri="{FF2B5EF4-FFF2-40B4-BE49-F238E27FC236}">
                    <a16:creationId xmlns:a16="http://schemas.microsoft.com/office/drawing/2014/main" id="{454DC0D7-B130-019E-7F3C-71802EDDA2F1}"/>
                  </a:ext>
                </a:extLst>
              </p:cNvPr>
              <p:cNvSpPr/>
              <p:nvPr/>
            </p:nvSpPr>
            <p:spPr>
              <a:xfrm>
                <a:off x="6572428" y="2351150"/>
                <a:ext cx="1622068" cy="405517"/>
              </a:xfrm>
              <a:prstGeom prst="rect">
                <a:avLst/>
              </a:pr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43" name="Рисунок 242">
                <a:extLst>
                  <a:ext uri="{FF2B5EF4-FFF2-40B4-BE49-F238E27FC236}">
                    <a16:creationId xmlns:a16="http://schemas.microsoft.com/office/drawing/2014/main" id="{33A91369-EA0E-1B6D-5169-3E74A2805D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 bright="70000" contrast="-70000"/>
              </a:blip>
              <a:stretch>
                <a:fillRect/>
              </a:stretch>
            </p:blipFill>
            <p:spPr>
              <a:xfrm>
                <a:off x="6585946" y="2466046"/>
                <a:ext cx="1595034" cy="229793"/>
              </a:xfrm>
              <a:custGeom>
                <a:avLst/>
                <a:gdLst>
                  <a:gd name="csX0" fmla="*/ 0 w 1595034"/>
                  <a:gd name="csY0" fmla="*/ 0 h 229793"/>
                  <a:gd name="csX1" fmla="*/ 1595035 w 1595034"/>
                  <a:gd name="csY1" fmla="*/ 0 h 229793"/>
                  <a:gd name="csX2" fmla="*/ 1595035 w 1595034"/>
                  <a:gd name="csY2" fmla="*/ 229793 h 229793"/>
                  <a:gd name="csX3" fmla="*/ 0 w 1595034"/>
                  <a:gd name="csY3" fmla="*/ 229793 h 2297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595034" h="229793">
                    <a:moveTo>
                      <a:pt x="0" y="0"/>
                    </a:moveTo>
                    <a:lnTo>
                      <a:pt x="1595035" y="0"/>
                    </a:lnTo>
                    <a:lnTo>
                      <a:pt x="1595035" y="229793"/>
                    </a:lnTo>
                    <a:lnTo>
                      <a:pt x="0" y="229793"/>
                    </a:lnTo>
                    <a:close/>
                  </a:path>
                </a:pathLst>
              </a:custGeom>
            </p:spPr>
          </p:pic>
        </p:grpSp>
      </p:grpSp>
      <p:grpSp>
        <p:nvGrpSpPr>
          <p:cNvPr id="245" name="Google Shape;9766;p77">
            <a:extLst>
              <a:ext uri="{FF2B5EF4-FFF2-40B4-BE49-F238E27FC236}">
                <a16:creationId xmlns:a16="http://schemas.microsoft.com/office/drawing/2014/main" id="{5F566D07-FD7F-943C-2877-C9B53D1FA0F8}"/>
              </a:ext>
            </a:extLst>
          </p:cNvPr>
          <p:cNvGrpSpPr/>
          <p:nvPr/>
        </p:nvGrpSpPr>
        <p:grpSpPr>
          <a:xfrm>
            <a:off x="8205500" y="81111"/>
            <a:ext cx="849315" cy="834614"/>
            <a:chOff x="4206459" y="1191441"/>
            <a:chExt cx="712557" cy="785901"/>
          </a:xfrm>
        </p:grpSpPr>
        <p:sp>
          <p:nvSpPr>
            <p:cNvPr id="246" name="Google Shape;9767;p77">
              <a:extLst>
                <a:ext uri="{FF2B5EF4-FFF2-40B4-BE49-F238E27FC236}">
                  <a16:creationId xmlns:a16="http://schemas.microsoft.com/office/drawing/2014/main" id="{E3759354-E581-5A93-5126-229DB4B5EF1E}"/>
                </a:ext>
              </a:extLst>
            </p:cNvPr>
            <p:cNvSpPr/>
            <p:nvPr/>
          </p:nvSpPr>
          <p:spPr>
            <a:xfrm>
              <a:off x="4548248" y="1328649"/>
              <a:ext cx="325201" cy="322547"/>
            </a:xfrm>
            <a:custGeom>
              <a:avLst/>
              <a:gdLst/>
              <a:ahLst/>
              <a:cxnLst/>
              <a:rect l="l" t="t" r="r" b="b"/>
              <a:pathLst>
                <a:path w="25486" h="25278" extrusionOk="0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9768;p77">
              <a:extLst>
                <a:ext uri="{FF2B5EF4-FFF2-40B4-BE49-F238E27FC236}">
                  <a16:creationId xmlns:a16="http://schemas.microsoft.com/office/drawing/2014/main" id="{379EFC38-48F1-1182-C2FB-094B65168FF1}"/>
                </a:ext>
              </a:extLst>
            </p:cNvPr>
            <p:cNvSpPr/>
            <p:nvPr/>
          </p:nvSpPr>
          <p:spPr>
            <a:xfrm>
              <a:off x="4557499" y="1656607"/>
              <a:ext cx="306674" cy="306648"/>
            </a:xfrm>
            <a:custGeom>
              <a:avLst/>
              <a:gdLst/>
              <a:ahLst/>
              <a:cxnLst/>
              <a:rect l="l" t="t" r="r" b="b"/>
              <a:pathLst>
                <a:path w="24034" h="24032" extrusionOk="0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9769;p77">
              <a:extLst>
                <a:ext uri="{FF2B5EF4-FFF2-40B4-BE49-F238E27FC236}">
                  <a16:creationId xmlns:a16="http://schemas.microsoft.com/office/drawing/2014/main" id="{26FFB6EA-2DB5-E278-91EB-D443D996C75B}"/>
                </a:ext>
              </a:extLst>
            </p:cNvPr>
            <p:cNvSpPr/>
            <p:nvPr/>
          </p:nvSpPr>
          <p:spPr>
            <a:xfrm>
              <a:off x="4251067" y="1523035"/>
              <a:ext cx="327536" cy="325023"/>
            </a:xfrm>
            <a:custGeom>
              <a:avLst/>
              <a:gdLst/>
              <a:ahLst/>
              <a:cxnLst/>
              <a:rect l="l" t="t" r="r" b="b"/>
              <a:pathLst>
                <a:path w="25669" h="25472" extrusionOk="0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9770;p77">
              <a:extLst>
                <a:ext uri="{FF2B5EF4-FFF2-40B4-BE49-F238E27FC236}">
                  <a16:creationId xmlns:a16="http://schemas.microsoft.com/office/drawing/2014/main" id="{ABD9B535-4E71-A2DA-0EF6-2903536CAB80}"/>
                </a:ext>
              </a:extLst>
            </p:cNvPr>
            <p:cNvSpPr/>
            <p:nvPr/>
          </p:nvSpPr>
          <p:spPr>
            <a:xfrm>
              <a:off x="4277366" y="1220917"/>
              <a:ext cx="292242" cy="292217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0" name="Google Shape;9771;p77">
              <a:extLst>
                <a:ext uri="{FF2B5EF4-FFF2-40B4-BE49-F238E27FC236}">
                  <a16:creationId xmlns:a16="http://schemas.microsoft.com/office/drawing/2014/main" id="{1C387ED3-7CBE-AAAC-F410-71D3B0DFF947}"/>
                </a:ext>
              </a:extLst>
            </p:cNvPr>
            <p:cNvGrpSpPr/>
            <p:nvPr/>
          </p:nvGrpSpPr>
          <p:grpSpPr>
            <a:xfrm>
              <a:off x="4644280" y="1290523"/>
              <a:ext cx="143716" cy="29463"/>
              <a:chOff x="4644280" y="1290523"/>
              <a:chExt cx="143716" cy="29463"/>
            </a:xfrm>
          </p:grpSpPr>
          <p:sp>
            <p:nvSpPr>
              <p:cNvPr id="316" name="Google Shape;9772;p77">
                <a:extLst>
                  <a:ext uri="{FF2B5EF4-FFF2-40B4-BE49-F238E27FC236}">
                    <a16:creationId xmlns:a16="http://schemas.microsoft.com/office/drawing/2014/main" id="{146D59A5-D51E-4FE2-9BFA-8F1DC755A938}"/>
                  </a:ext>
                </a:extLst>
              </p:cNvPr>
              <p:cNvSpPr/>
              <p:nvPr/>
            </p:nvSpPr>
            <p:spPr>
              <a:xfrm>
                <a:off x="4736292" y="1294223"/>
                <a:ext cx="51704" cy="25762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19" extrusionOk="0">
                    <a:moveTo>
                      <a:pt x="273" y="0"/>
                    </a:moveTo>
                    <a:cubicBezTo>
                      <a:pt x="158" y="0"/>
                      <a:pt x="53" y="81"/>
                      <a:pt x="29" y="199"/>
                    </a:cubicBezTo>
                    <a:cubicBezTo>
                      <a:pt x="0" y="339"/>
                      <a:pt x="87" y="475"/>
                      <a:pt x="225" y="507"/>
                    </a:cubicBezTo>
                    <a:cubicBezTo>
                      <a:pt x="1077" y="720"/>
                      <a:pt x="1895" y="1048"/>
                      <a:pt x="2655" y="1487"/>
                    </a:cubicBezTo>
                    <a:lnTo>
                      <a:pt x="2505" y="1740"/>
                    </a:lnTo>
                    <a:cubicBezTo>
                      <a:pt x="2459" y="1818"/>
                      <a:pt x="2511" y="1919"/>
                      <a:pt x="2603" y="1925"/>
                    </a:cubicBezTo>
                    <a:lnTo>
                      <a:pt x="3885" y="2018"/>
                    </a:lnTo>
                    <a:cubicBezTo>
                      <a:pt x="3889" y="2019"/>
                      <a:pt x="3892" y="2019"/>
                      <a:pt x="3896" y="2019"/>
                    </a:cubicBezTo>
                    <a:cubicBezTo>
                      <a:pt x="3991" y="2019"/>
                      <a:pt x="4052" y="1911"/>
                      <a:pt x="3999" y="1829"/>
                    </a:cubicBezTo>
                    <a:lnTo>
                      <a:pt x="3302" y="747"/>
                    </a:lnTo>
                    <a:cubicBezTo>
                      <a:pt x="3278" y="709"/>
                      <a:pt x="3238" y="690"/>
                      <a:pt x="3198" y="690"/>
                    </a:cubicBezTo>
                    <a:cubicBezTo>
                      <a:pt x="3157" y="690"/>
                      <a:pt x="3116" y="710"/>
                      <a:pt x="3093" y="750"/>
                    </a:cubicBezTo>
                    <a:lnTo>
                      <a:pt x="2917" y="1048"/>
                    </a:lnTo>
                    <a:cubicBezTo>
                      <a:pt x="2108" y="582"/>
                      <a:pt x="1237" y="231"/>
                      <a:pt x="330" y="7"/>
                    </a:cubicBezTo>
                    <a:cubicBezTo>
                      <a:pt x="311" y="3"/>
                      <a:pt x="292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9773;p77">
                <a:extLst>
                  <a:ext uri="{FF2B5EF4-FFF2-40B4-BE49-F238E27FC236}">
                    <a16:creationId xmlns:a16="http://schemas.microsoft.com/office/drawing/2014/main" id="{4CA89674-8E0D-0E88-0876-BEE203C5C025}"/>
                  </a:ext>
                </a:extLst>
              </p:cNvPr>
              <p:cNvSpPr/>
              <p:nvPr/>
            </p:nvSpPr>
            <p:spPr>
              <a:xfrm>
                <a:off x="4700066" y="1290523"/>
                <a:ext cx="32206" cy="7988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6" extrusionOk="0">
                    <a:moveTo>
                      <a:pt x="787" y="1"/>
                    </a:moveTo>
                    <a:cubicBezTo>
                      <a:pt x="606" y="1"/>
                      <a:pt x="423" y="7"/>
                      <a:pt x="242" y="18"/>
                    </a:cubicBezTo>
                    <a:cubicBezTo>
                      <a:pt x="104" y="31"/>
                      <a:pt x="0" y="151"/>
                      <a:pt x="10" y="291"/>
                    </a:cubicBezTo>
                    <a:cubicBezTo>
                      <a:pt x="21" y="425"/>
                      <a:pt x="131" y="526"/>
                      <a:pt x="264" y="526"/>
                    </a:cubicBezTo>
                    <a:cubicBezTo>
                      <a:pt x="269" y="526"/>
                      <a:pt x="274" y="526"/>
                      <a:pt x="279" y="526"/>
                    </a:cubicBezTo>
                    <a:cubicBezTo>
                      <a:pt x="447" y="516"/>
                      <a:pt x="617" y="510"/>
                      <a:pt x="787" y="510"/>
                    </a:cubicBezTo>
                    <a:cubicBezTo>
                      <a:pt x="1261" y="512"/>
                      <a:pt x="1735" y="548"/>
                      <a:pt x="2204" y="622"/>
                    </a:cubicBezTo>
                    <a:cubicBezTo>
                      <a:pt x="2218" y="624"/>
                      <a:pt x="2232" y="626"/>
                      <a:pt x="2246" y="626"/>
                    </a:cubicBezTo>
                    <a:cubicBezTo>
                      <a:pt x="2364" y="626"/>
                      <a:pt x="2469" y="542"/>
                      <a:pt x="2495" y="422"/>
                    </a:cubicBezTo>
                    <a:cubicBezTo>
                      <a:pt x="2524" y="281"/>
                      <a:pt x="2430" y="145"/>
                      <a:pt x="2289" y="121"/>
                    </a:cubicBezTo>
                    <a:cubicBezTo>
                      <a:pt x="1792" y="41"/>
                      <a:pt x="1289" y="1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Google Shape;9774;p77">
                <a:extLst>
                  <a:ext uri="{FF2B5EF4-FFF2-40B4-BE49-F238E27FC236}">
                    <a16:creationId xmlns:a16="http://schemas.microsoft.com/office/drawing/2014/main" id="{049B3E3E-FAAE-641F-2279-DC760A52CBFB}"/>
                  </a:ext>
                </a:extLst>
              </p:cNvPr>
              <p:cNvSpPr/>
              <p:nvPr/>
            </p:nvSpPr>
            <p:spPr>
              <a:xfrm>
                <a:off x="4644280" y="1300641"/>
                <a:ext cx="20225" cy="13283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41" extrusionOk="0">
                    <a:moveTo>
                      <a:pt x="1331" y="0"/>
                    </a:moveTo>
                    <a:cubicBezTo>
                      <a:pt x="1304" y="0"/>
                      <a:pt x="1277" y="6"/>
                      <a:pt x="1251" y="16"/>
                    </a:cubicBezTo>
                    <a:cubicBezTo>
                      <a:pt x="880" y="175"/>
                      <a:pt x="518" y="356"/>
                      <a:pt x="170" y="558"/>
                    </a:cubicBezTo>
                    <a:cubicBezTo>
                      <a:pt x="60" y="622"/>
                      <a:pt x="1" y="758"/>
                      <a:pt x="47" y="876"/>
                    </a:cubicBezTo>
                    <a:cubicBezTo>
                      <a:pt x="87" y="979"/>
                      <a:pt x="185" y="1040"/>
                      <a:pt x="287" y="1040"/>
                    </a:cubicBezTo>
                    <a:cubicBezTo>
                      <a:pt x="330" y="1040"/>
                      <a:pt x="373" y="1029"/>
                      <a:pt x="414" y="1006"/>
                    </a:cubicBezTo>
                    <a:cubicBezTo>
                      <a:pt x="729" y="822"/>
                      <a:pt x="1056" y="657"/>
                      <a:pt x="1391" y="513"/>
                    </a:cubicBezTo>
                    <a:cubicBezTo>
                      <a:pt x="1520" y="457"/>
                      <a:pt x="1584" y="311"/>
                      <a:pt x="1540" y="178"/>
                    </a:cubicBezTo>
                    <a:lnTo>
                      <a:pt x="1527" y="141"/>
                    </a:lnTo>
                    <a:cubicBezTo>
                      <a:pt x="1497" y="55"/>
                      <a:pt x="1417" y="0"/>
                      <a:pt x="133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9775;p77">
                <a:extLst>
                  <a:ext uri="{FF2B5EF4-FFF2-40B4-BE49-F238E27FC236}">
                    <a16:creationId xmlns:a16="http://schemas.microsoft.com/office/drawing/2014/main" id="{830AA998-6048-649A-03D8-E8F0FF0A07D0}"/>
                  </a:ext>
                </a:extLst>
              </p:cNvPr>
              <p:cNvSpPr/>
              <p:nvPr/>
            </p:nvSpPr>
            <p:spPr>
              <a:xfrm>
                <a:off x="4667822" y="1291888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3"/>
                    </a:cubicBezTo>
                    <a:lnTo>
                      <a:pt x="1871" y="4"/>
                    </a:lnTo>
                    <a:cubicBezTo>
                      <a:pt x="1306" y="88"/>
                      <a:pt x="748" y="220"/>
                      <a:pt x="205" y="400"/>
                    </a:cubicBezTo>
                    <a:cubicBezTo>
                      <a:pt x="71" y="446"/>
                      <a:pt x="0" y="592"/>
                      <a:pt x="47" y="725"/>
                    </a:cubicBezTo>
                    <a:cubicBezTo>
                      <a:pt x="84" y="830"/>
                      <a:pt x="182" y="896"/>
                      <a:pt x="288" y="896"/>
                    </a:cubicBezTo>
                    <a:cubicBezTo>
                      <a:pt x="315" y="896"/>
                      <a:pt x="343" y="891"/>
                      <a:pt x="370" y="882"/>
                    </a:cubicBezTo>
                    <a:cubicBezTo>
                      <a:pt x="881" y="714"/>
                      <a:pt x="1406" y="587"/>
                      <a:pt x="1940" y="509"/>
                    </a:cubicBezTo>
                    <a:cubicBezTo>
                      <a:pt x="2079" y="490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1" name="Google Shape;9776;p77">
              <a:extLst>
                <a:ext uri="{FF2B5EF4-FFF2-40B4-BE49-F238E27FC236}">
                  <a16:creationId xmlns:a16="http://schemas.microsoft.com/office/drawing/2014/main" id="{56321EFA-FD87-53EE-62A0-CD92EFFB49D8}"/>
                </a:ext>
              </a:extLst>
            </p:cNvPr>
            <p:cNvGrpSpPr/>
            <p:nvPr/>
          </p:nvGrpSpPr>
          <p:grpSpPr>
            <a:xfrm>
              <a:off x="4356567" y="1191441"/>
              <a:ext cx="143690" cy="29488"/>
              <a:chOff x="4356567" y="1191441"/>
              <a:chExt cx="143690" cy="29488"/>
            </a:xfrm>
          </p:grpSpPr>
          <p:sp>
            <p:nvSpPr>
              <p:cNvPr id="312" name="Google Shape;9777;p77">
                <a:extLst>
                  <a:ext uri="{FF2B5EF4-FFF2-40B4-BE49-F238E27FC236}">
                    <a16:creationId xmlns:a16="http://schemas.microsoft.com/office/drawing/2014/main" id="{714548C5-0BF0-9366-7ADB-6C0D66CA44B4}"/>
                  </a:ext>
                </a:extLst>
              </p:cNvPr>
              <p:cNvSpPr/>
              <p:nvPr/>
            </p:nvSpPr>
            <p:spPr>
              <a:xfrm>
                <a:off x="4448554" y="1195154"/>
                <a:ext cx="51704" cy="25775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20" extrusionOk="0">
                    <a:moveTo>
                      <a:pt x="272" y="1"/>
                    </a:moveTo>
                    <a:cubicBezTo>
                      <a:pt x="157" y="1"/>
                      <a:pt x="54" y="82"/>
                      <a:pt x="29" y="200"/>
                    </a:cubicBezTo>
                    <a:cubicBezTo>
                      <a:pt x="0" y="338"/>
                      <a:pt x="87" y="474"/>
                      <a:pt x="225" y="507"/>
                    </a:cubicBezTo>
                    <a:cubicBezTo>
                      <a:pt x="1077" y="719"/>
                      <a:pt x="1895" y="1049"/>
                      <a:pt x="2657" y="1486"/>
                    </a:cubicBezTo>
                    <a:lnTo>
                      <a:pt x="2505" y="1740"/>
                    </a:lnTo>
                    <a:cubicBezTo>
                      <a:pt x="2459" y="1819"/>
                      <a:pt x="2511" y="1918"/>
                      <a:pt x="2603" y="1926"/>
                    </a:cubicBezTo>
                    <a:lnTo>
                      <a:pt x="3887" y="2019"/>
                    </a:lnTo>
                    <a:cubicBezTo>
                      <a:pt x="3890" y="2019"/>
                      <a:pt x="3893" y="2019"/>
                      <a:pt x="3895" y="2019"/>
                    </a:cubicBezTo>
                    <a:cubicBezTo>
                      <a:pt x="3991" y="2019"/>
                      <a:pt x="4052" y="1913"/>
                      <a:pt x="3999" y="1830"/>
                    </a:cubicBezTo>
                    <a:lnTo>
                      <a:pt x="3302" y="746"/>
                    </a:lnTo>
                    <a:cubicBezTo>
                      <a:pt x="3278" y="709"/>
                      <a:pt x="3239" y="690"/>
                      <a:pt x="3200" y="690"/>
                    </a:cubicBezTo>
                    <a:cubicBezTo>
                      <a:pt x="3159" y="690"/>
                      <a:pt x="3118" y="711"/>
                      <a:pt x="3094" y="751"/>
                    </a:cubicBezTo>
                    <a:lnTo>
                      <a:pt x="2917" y="1047"/>
                    </a:lnTo>
                    <a:cubicBezTo>
                      <a:pt x="2108" y="581"/>
                      <a:pt x="1237" y="230"/>
                      <a:pt x="330" y="8"/>
                    </a:cubicBezTo>
                    <a:cubicBezTo>
                      <a:pt x="311" y="3"/>
                      <a:pt x="291" y="1"/>
                      <a:pt x="272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9778;p77">
                <a:extLst>
                  <a:ext uri="{FF2B5EF4-FFF2-40B4-BE49-F238E27FC236}">
                    <a16:creationId xmlns:a16="http://schemas.microsoft.com/office/drawing/2014/main" id="{79570B87-8855-4A58-92AE-C3A5369BC1CD}"/>
                  </a:ext>
                </a:extLst>
              </p:cNvPr>
              <p:cNvSpPr/>
              <p:nvPr/>
            </p:nvSpPr>
            <p:spPr>
              <a:xfrm>
                <a:off x="4412341" y="1191441"/>
                <a:ext cx="32206" cy="8013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8" extrusionOk="0">
                    <a:moveTo>
                      <a:pt x="787" y="1"/>
                    </a:moveTo>
                    <a:cubicBezTo>
                      <a:pt x="605" y="1"/>
                      <a:pt x="424" y="7"/>
                      <a:pt x="241" y="19"/>
                    </a:cubicBezTo>
                    <a:cubicBezTo>
                      <a:pt x="103" y="31"/>
                      <a:pt x="1" y="153"/>
                      <a:pt x="11" y="291"/>
                    </a:cubicBezTo>
                    <a:cubicBezTo>
                      <a:pt x="20" y="425"/>
                      <a:pt x="132" y="528"/>
                      <a:pt x="263" y="528"/>
                    </a:cubicBezTo>
                    <a:cubicBezTo>
                      <a:pt x="268" y="528"/>
                      <a:pt x="273" y="528"/>
                      <a:pt x="278" y="528"/>
                    </a:cubicBezTo>
                    <a:cubicBezTo>
                      <a:pt x="448" y="518"/>
                      <a:pt x="617" y="512"/>
                      <a:pt x="787" y="512"/>
                    </a:cubicBezTo>
                    <a:cubicBezTo>
                      <a:pt x="1261" y="512"/>
                      <a:pt x="1734" y="550"/>
                      <a:pt x="2203" y="624"/>
                    </a:cubicBezTo>
                    <a:cubicBezTo>
                      <a:pt x="2217" y="626"/>
                      <a:pt x="2231" y="627"/>
                      <a:pt x="2245" y="627"/>
                    </a:cubicBezTo>
                    <a:cubicBezTo>
                      <a:pt x="2363" y="627"/>
                      <a:pt x="2470" y="544"/>
                      <a:pt x="2494" y="424"/>
                    </a:cubicBezTo>
                    <a:cubicBezTo>
                      <a:pt x="2523" y="283"/>
                      <a:pt x="2430" y="145"/>
                      <a:pt x="2288" y="121"/>
                    </a:cubicBezTo>
                    <a:cubicBezTo>
                      <a:pt x="1791" y="43"/>
                      <a:pt x="1288" y="3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Google Shape;9779;p77">
                <a:extLst>
                  <a:ext uri="{FF2B5EF4-FFF2-40B4-BE49-F238E27FC236}">
                    <a16:creationId xmlns:a16="http://schemas.microsoft.com/office/drawing/2014/main" id="{D14E9EEA-1959-2DA2-64DB-105D74034239}"/>
                  </a:ext>
                </a:extLst>
              </p:cNvPr>
              <p:cNvSpPr/>
              <p:nvPr/>
            </p:nvSpPr>
            <p:spPr>
              <a:xfrm>
                <a:off x="4356567" y="1201573"/>
                <a:ext cx="20212" cy="13270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1040" extrusionOk="0">
                    <a:moveTo>
                      <a:pt x="1330" y="1"/>
                    </a:moveTo>
                    <a:cubicBezTo>
                      <a:pt x="1303" y="1"/>
                      <a:pt x="1276" y="6"/>
                      <a:pt x="1249" y="17"/>
                    </a:cubicBezTo>
                    <a:cubicBezTo>
                      <a:pt x="878" y="174"/>
                      <a:pt x="518" y="355"/>
                      <a:pt x="168" y="557"/>
                    </a:cubicBezTo>
                    <a:cubicBezTo>
                      <a:pt x="58" y="621"/>
                      <a:pt x="0" y="757"/>
                      <a:pt x="47" y="876"/>
                    </a:cubicBezTo>
                    <a:cubicBezTo>
                      <a:pt x="86" y="979"/>
                      <a:pt x="183" y="1040"/>
                      <a:pt x="284" y="1040"/>
                    </a:cubicBezTo>
                    <a:cubicBezTo>
                      <a:pt x="327" y="1040"/>
                      <a:pt x="371" y="1029"/>
                      <a:pt x="412" y="1005"/>
                    </a:cubicBezTo>
                    <a:cubicBezTo>
                      <a:pt x="727" y="823"/>
                      <a:pt x="1054" y="658"/>
                      <a:pt x="1389" y="512"/>
                    </a:cubicBezTo>
                    <a:cubicBezTo>
                      <a:pt x="1518" y="458"/>
                      <a:pt x="1584" y="312"/>
                      <a:pt x="1538" y="177"/>
                    </a:cubicBezTo>
                    <a:lnTo>
                      <a:pt x="1525" y="141"/>
                    </a:lnTo>
                    <a:cubicBezTo>
                      <a:pt x="1496" y="54"/>
                      <a:pt x="1415" y="1"/>
                      <a:pt x="133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9780;p77">
                <a:extLst>
                  <a:ext uri="{FF2B5EF4-FFF2-40B4-BE49-F238E27FC236}">
                    <a16:creationId xmlns:a16="http://schemas.microsoft.com/office/drawing/2014/main" id="{4C6F8314-1BE1-083E-FDC5-5E3094EA075D}"/>
                  </a:ext>
                </a:extLst>
              </p:cNvPr>
              <p:cNvSpPr/>
              <p:nvPr/>
            </p:nvSpPr>
            <p:spPr>
              <a:xfrm>
                <a:off x="4380084" y="1192832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2"/>
                    </a:cubicBezTo>
                    <a:cubicBezTo>
                      <a:pt x="1306" y="87"/>
                      <a:pt x="748" y="220"/>
                      <a:pt x="205" y="400"/>
                    </a:cubicBezTo>
                    <a:cubicBezTo>
                      <a:pt x="71" y="444"/>
                      <a:pt x="0" y="590"/>
                      <a:pt x="47" y="725"/>
                    </a:cubicBezTo>
                    <a:cubicBezTo>
                      <a:pt x="84" y="829"/>
                      <a:pt x="183" y="895"/>
                      <a:pt x="288" y="895"/>
                    </a:cubicBezTo>
                    <a:cubicBezTo>
                      <a:pt x="316" y="895"/>
                      <a:pt x="343" y="891"/>
                      <a:pt x="370" y="882"/>
                    </a:cubicBezTo>
                    <a:cubicBezTo>
                      <a:pt x="883" y="712"/>
                      <a:pt x="1408" y="587"/>
                      <a:pt x="1941" y="507"/>
                    </a:cubicBezTo>
                    <a:cubicBezTo>
                      <a:pt x="2081" y="488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2" name="Google Shape;9781;p77">
              <a:extLst>
                <a:ext uri="{FF2B5EF4-FFF2-40B4-BE49-F238E27FC236}">
                  <a16:creationId xmlns:a16="http://schemas.microsoft.com/office/drawing/2014/main" id="{097B744F-F94D-530A-CEB0-4FB2FB3DA77C}"/>
                </a:ext>
              </a:extLst>
            </p:cNvPr>
            <p:cNvGrpSpPr/>
            <p:nvPr/>
          </p:nvGrpSpPr>
          <p:grpSpPr>
            <a:xfrm>
              <a:off x="4339009" y="1863727"/>
              <a:ext cx="143703" cy="29476"/>
              <a:chOff x="4339009" y="1863727"/>
              <a:chExt cx="143703" cy="29476"/>
            </a:xfrm>
          </p:grpSpPr>
          <p:sp>
            <p:nvSpPr>
              <p:cNvPr id="308" name="Google Shape;9782;p77">
                <a:extLst>
                  <a:ext uri="{FF2B5EF4-FFF2-40B4-BE49-F238E27FC236}">
                    <a16:creationId xmlns:a16="http://schemas.microsoft.com/office/drawing/2014/main" id="{17DD081F-8FC9-D9C9-E07D-D63C139B297B}"/>
                  </a:ext>
                </a:extLst>
              </p:cNvPr>
              <p:cNvSpPr/>
              <p:nvPr/>
            </p:nvSpPr>
            <p:spPr>
              <a:xfrm>
                <a:off x="4339009" y="1863727"/>
                <a:ext cx="51691" cy="25762"/>
              </a:xfrm>
              <a:custGeom>
                <a:avLst/>
                <a:gdLst/>
                <a:ahLst/>
                <a:cxnLst/>
                <a:rect l="l" t="t" r="r" b="b"/>
                <a:pathLst>
                  <a:path w="4051" h="2019" extrusionOk="0">
                    <a:moveTo>
                      <a:pt x="157" y="1"/>
                    </a:moveTo>
                    <a:cubicBezTo>
                      <a:pt x="61" y="1"/>
                      <a:pt x="1" y="107"/>
                      <a:pt x="54" y="190"/>
                    </a:cubicBezTo>
                    <a:lnTo>
                      <a:pt x="750" y="1274"/>
                    </a:lnTo>
                    <a:cubicBezTo>
                      <a:pt x="774" y="1311"/>
                      <a:pt x="813" y="1330"/>
                      <a:pt x="852" y="1330"/>
                    </a:cubicBezTo>
                    <a:cubicBezTo>
                      <a:pt x="893" y="1330"/>
                      <a:pt x="935" y="1309"/>
                      <a:pt x="958" y="1269"/>
                    </a:cubicBezTo>
                    <a:lnTo>
                      <a:pt x="1136" y="973"/>
                    </a:lnTo>
                    <a:cubicBezTo>
                      <a:pt x="1945" y="1439"/>
                      <a:pt x="2816" y="1788"/>
                      <a:pt x="3722" y="2012"/>
                    </a:cubicBezTo>
                    <a:cubicBezTo>
                      <a:pt x="3741" y="2017"/>
                      <a:pt x="3761" y="2019"/>
                      <a:pt x="3779" y="2019"/>
                    </a:cubicBezTo>
                    <a:cubicBezTo>
                      <a:pt x="3895" y="2019"/>
                      <a:pt x="3999" y="1938"/>
                      <a:pt x="4023" y="1820"/>
                    </a:cubicBezTo>
                    <a:cubicBezTo>
                      <a:pt x="4051" y="1682"/>
                      <a:pt x="3964" y="1546"/>
                      <a:pt x="3828" y="1512"/>
                    </a:cubicBezTo>
                    <a:cubicBezTo>
                      <a:pt x="2976" y="1301"/>
                      <a:pt x="2158" y="971"/>
                      <a:pt x="1396" y="534"/>
                    </a:cubicBezTo>
                    <a:lnTo>
                      <a:pt x="1548" y="279"/>
                    </a:lnTo>
                    <a:cubicBezTo>
                      <a:pt x="1594" y="201"/>
                      <a:pt x="1541" y="100"/>
                      <a:pt x="1450" y="94"/>
                    </a:cubicBezTo>
                    <a:lnTo>
                      <a:pt x="166" y="1"/>
                    </a:lnTo>
                    <a:cubicBezTo>
                      <a:pt x="163" y="1"/>
                      <a:pt x="160" y="1"/>
                      <a:pt x="15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Google Shape;9783;p77">
                <a:extLst>
                  <a:ext uri="{FF2B5EF4-FFF2-40B4-BE49-F238E27FC236}">
                    <a16:creationId xmlns:a16="http://schemas.microsoft.com/office/drawing/2014/main" id="{1BBC0639-2ACE-D972-82C7-D227C8466FA9}"/>
                  </a:ext>
                </a:extLst>
              </p:cNvPr>
              <p:cNvSpPr/>
              <p:nvPr/>
            </p:nvSpPr>
            <p:spPr>
              <a:xfrm>
                <a:off x="4394732" y="1885202"/>
                <a:ext cx="32193" cy="800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627" extrusionOk="0">
                    <a:moveTo>
                      <a:pt x="279" y="1"/>
                    </a:moveTo>
                    <a:cubicBezTo>
                      <a:pt x="160" y="1"/>
                      <a:pt x="54" y="84"/>
                      <a:pt x="29" y="204"/>
                    </a:cubicBezTo>
                    <a:cubicBezTo>
                      <a:pt x="1" y="345"/>
                      <a:pt x="93" y="483"/>
                      <a:pt x="236" y="507"/>
                    </a:cubicBezTo>
                    <a:cubicBezTo>
                      <a:pt x="732" y="585"/>
                      <a:pt x="1235" y="625"/>
                      <a:pt x="1738" y="627"/>
                    </a:cubicBezTo>
                    <a:cubicBezTo>
                      <a:pt x="1919" y="627"/>
                      <a:pt x="2102" y="621"/>
                      <a:pt x="2282" y="609"/>
                    </a:cubicBezTo>
                    <a:cubicBezTo>
                      <a:pt x="2420" y="596"/>
                      <a:pt x="2523" y="475"/>
                      <a:pt x="2513" y="337"/>
                    </a:cubicBezTo>
                    <a:cubicBezTo>
                      <a:pt x="2504" y="203"/>
                      <a:pt x="2392" y="100"/>
                      <a:pt x="2260" y="100"/>
                    </a:cubicBezTo>
                    <a:cubicBezTo>
                      <a:pt x="2255" y="100"/>
                      <a:pt x="2251" y="100"/>
                      <a:pt x="2246" y="100"/>
                    </a:cubicBezTo>
                    <a:cubicBezTo>
                      <a:pt x="2076" y="110"/>
                      <a:pt x="1908" y="116"/>
                      <a:pt x="1738" y="116"/>
                    </a:cubicBezTo>
                    <a:cubicBezTo>
                      <a:pt x="1262" y="116"/>
                      <a:pt x="790" y="78"/>
                      <a:pt x="321" y="4"/>
                    </a:cubicBezTo>
                    <a:cubicBezTo>
                      <a:pt x="307" y="2"/>
                      <a:pt x="293" y="1"/>
                      <a:pt x="27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9784;p77">
                <a:extLst>
                  <a:ext uri="{FF2B5EF4-FFF2-40B4-BE49-F238E27FC236}">
                    <a16:creationId xmlns:a16="http://schemas.microsoft.com/office/drawing/2014/main" id="{90DF8CFC-351A-3D63-A4DF-E2DEB40B5537}"/>
                  </a:ext>
                </a:extLst>
              </p:cNvPr>
              <p:cNvSpPr/>
              <p:nvPr/>
            </p:nvSpPr>
            <p:spPr>
              <a:xfrm>
                <a:off x="4462488" y="1869814"/>
                <a:ext cx="20225" cy="13258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39" extrusionOk="0">
                    <a:moveTo>
                      <a:pt x="1300" y="0"/>
                    </a:moveTo>
                    <a:cubicBezTo>
                      <a:pt x="1257" y="0"/>
                      <a:pt x="1213" y="11"/>
                      <a:pt x="1173" y="35"/>
                    </a:cubicBezTo>
                    <a:cubicBezTo>
                      <a:pt x="857" y="217"/>
                      <a:pt x="531" y="382"/>
                      <a:pt x="196" y="528"/>
                    </a:cubicBezTo>
                    <a:cubicBezTo>
                      <a:pt x="66" y="582"/>
                      <a:pt x="1" y="728"/>
                      <a:pt x="47" y="863"/>
                    </a:cubicBezTo>
                    <a:lnTo>
                      <a:pt x="60" y="899"/>
                    </a:lnTo>
                    <a:cubicBezTo>
                      <a:pt x="89" y="986"/>
                      <a:pt x="169" y="1039"/>
                      <a:pt x="255" y="1039"/>
                    </a:cubicBezTo>
                    <a:cubicBezTo>
                      <a:pt x="282" y="1039"/>
                      <a:pt x="309" y="1034"/>
                      <a:pt x="335" y="1023"/>
                    </a:cubicBezTo>
                    <a:cubicBezTo>
                      <a:pt x="707" y="866"/>
                      <a:pt x="1067" y="685"/>
                      <a:pt x="1416" y="483"/>
                    </a:cubicBezTo>
                    <a:cubicBezTo>
                      <a:pt x="1527" y="419"/>
                      <a:pt x="1584" y="283"/>
                      <a:pt x="1538" y="164"/>
                    </a:cubicBezTo>
                    <a:cubicBezTo>
                      <a:pt x="1499" y="61"/>
                      <a:pt x="1401" y="0"/>
                      <a:pt x="130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9785;p77">
                <a:extLst>
                  <a:ext uri="{FF2B5EF4-FFF2-40B4-BE49-F238E27FC236}">
                    <a16:creationId xmlns:a16="http://schemas.microsoft.com/office/drawing/2014/main" id="{0EBB5B9A-35DC-4D2A-B6DE-2D9DE0B1F724}"/>
                  </a:ext>
                </a:extLst>
              </p:cNvPr>
              <p:cNvSpPr/>
              <p:nvPr/>
            </p:nvSpPr>
            <p:spPr>
              <a:xfrm>
                <a:off x="4431392" y="1880392"/>
                <a:ext cx="27804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9" h="896" extrusionOk="0">
                    <a:moveTo>
                      <a:pt x="1890" y="1"/>
                    </a:moveTo>
                    <a:cubicBezTo>
                      <a:pt x="1863" y="1"/>
                      <a:pt x="1835" y="5"/>
                      <a:pt x="1808" y="14"/>
                    </a:cubicBezTo>
                    <a:cubicBezTo>
                      <a:pt x="1296" y="184"/>
                      <a:pt x="771" y="309"/>
                      <a:pt x="237" y="389"/>
                    </a:cubicBezTo>
                    <a:cubicBezTo>
                      <a:pt x="98" y="408"/>
                      <a:pt x="0" y="536"/>
                      <a:pt x="20" y="676"/>
                    </a:cubicBezTo>
                    <a:cubicBezTo>
                      <a:pt x="37" y="803"/>
                      <a:pt x="147" y="896"/>
                      <a:pt x="273" y="896"/>
                    </a:cubicBezTo>
                    <a:cubicBezTo>
                      <a:pt x="284" y="896"/>
                      <a:pt x="296" y="895"/>
                      <a:pt x="308" y="893"/>
                    </a:cubicBezTo>
                    <a:cubicBezTo>
                      <a:pt x="873" y="809"/>
                      <a:pt x="1430" y="676"/>
                      <a:pt x="1973" y="496"/>
                    </a:cubicBezTo>
                    <a:cubicBezTo>
                      <a:pt x="2106" y="451"/>
                      <a:pt x="2178" y="306"/>
                      <a:pt x="2132" y="171"/>
                    </a:cubicBezTo>
                    <a:cubicBezTo>
                      <a:pt x="2095" y="67"/>
                      <a:pt x="1996" y="1"/>
                      <a:pt x="189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3" name="Google Shape;9786;p77">
              <a:extLst>
                <a:ext uri="{FF2B5EF4-FFF2-40B4-BE49-F238E27FC236}">
                  <a16:creationId xmlns:a16="http://schemas.microsoft.com/office/drawing/2014/main" id="{45EA1ABE-D609-04CA-CFF8-842F0C8DFAF0}"/>
                </a:ext>
              </a:extLst>
            </p:cNvPr>
            <p:cNvGrpSpPr/>
            <p:nvPr/>
          </p:nvGrpSpPr>
          <p:grpSpPr>
            <a:xfrm>
              <a:off x="4206459" y="1607315"/>
              <a:ext cx="29539" cy="142899"/>
              <a:chOff x="4206459" y="1607315"/>
              <a:chExt cx="29539" cy="142899"/>
            </a:xfrm>
          </p:grpSpPr>
          <p:sp>
            <p:nvSpPr>
              <p:cNvPr id="304" name="Google Shape;9787;p77">
                <a:extLst>
                  <a:ext uri="{FF2B5EF4-FFF2-40B4-BE49-F238E27FC236}">
                    <a16:creationId xmlns:a16="http://schemas.microsoft.com/office/drawing/2014/main" id="{C7610453-5AEA-7832-AB74-472AD61A47BC}"/>
                  </a:ext>
                </a:extLst>
              </p:cNvPr>
              <p:cNvSpPr/>
              <p:nvPr/>
            </p:nvSpPr>
            <p:spPr>
              <a:xfrm>
                <a:off x="4209840" y="1607315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920" y="0"/>
                    </a:moveTo>
                    <a:cubicBezTo>
                      <a:pt x="1898" y="0"/>
                      <a:pt x="1876" y="6"/>
                      <a:pt x="1854" y="20"/>
                    </a:cubicBezTo>
                    <a:lnTo>
                      <a:pt x="772" y="717"/>
                    </a:lnTo>
                    <a:cubicBezTo>
                      <a:pt x="695" y="766"/>
                      <a:pt x="697" y="878"/>
                      <a:pt x="775" y="926"/>
                    </a:cubicBezTo>
                    <a:lnTo>
                      <a:pt x="1073" y="1102"/>
                    </a:lnTo>
                    <a:cubicBezTo>
                      <a:pt x="607" y="1911"/>
                      <a:pt x="256" y="2782"/>
                      <a:pt x="32" y="3689"/>
                    </a:cubicBezTo>
                    <a:cubicBezTo>
                      <a:pt x="0" y="3825"/>
                      <a:pt x="87" y="3962"/>
                      <a:pt x="224" y="3990"/>
                    </a:cubicBezTo>
                    <a:cubicBezTo>
                      <a:pt x="242" y="3993"/>
                      <a:pt x="260" y="3995"/>
                      <a:pt x="278" y="3995"/>
                    </a:cubicBezTo>
                    <a:cubicBezTo>
                      <a:pt x="397" y="3995"/>
                      <a:pt x="502" y="3914"/>
                      <a:pt x="532" y="3794"/>
                    </a:cubicBezTo>
                    <a:cubicBezTo>
                      <a:pt x="743" y="2942"/>
                      <a:pt x="1073" y="2124"/>
                      <a:pt x="1512" y="1363"/>
                    </a:cubicBezTo>
                    <a:lnTo>
                      <a:pt x="1765" y="1514"/>
                    </a:lnTo>
                    <a:cubicBezTo>
                      <a:pt x="1785" y="1526"/>
                      <a:pt x="1806" y="1531"/>
                      <a:pt x="1827" y="1531"/>
                    </a:cubicBezTo>
                    <a:cubicBezTo>
                      <a:pt x="1888" y="1531"/>
                      <a:pt x="1946" y="1484"/>
                      <a:pt x="1951" y="1416"/>
                    </a:cubicBezTo>
                    <a:lnTo>
                      <a:pt x="2043" y="134"/>
                    </a:lnTo>
                    <a:cubicBezTo>
                      <a:pt x="2049" y="57"/>
                      <a:pt x="1988" y="0"/>
                      <a:pt x="192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9788;p77">
                <a:extLst>
                  <a:ext uri="{FF2B5EF4-FFF2-40B4-BE49-F238E27FC236}">
                    <a16:creationId xmlns:a16="http://schemas.microsoft.com/office/drawing/2014/main" id="{B70FD73C-D873-1CD4-4F74-F57FE0A93B1A}"/>
                  </a:ext>
                </a:extLst>
              </p:cNvPr>
              <p:cNvSpPr/>
              <p:nvPr/>
            </p:nvSpPr>
            <p:spPr>
              <a:xfrm>
                <a:off x="4206459" y="1662910"/>
                <a:ext cx="8230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5" h="2491" extrusionOk="0">
                    <a:moveTo>
                      <a:pt x="371" y="1"/>
                    </a:moveTo>
                    <a:cubicBezTo>
                      <a:pt x="249" y="1"/>
                      <a:pt x="141" y="89"/>
                      <a:pt x="121" y="212"/>
                    </a:cubicBezTo>
                    <a:cubicBezTo>
                      <a:pt x="41" y="709"/>
                      <a:pt x="1" y="1212"/>
                      <a:pt x="1" y="1714"/>
                    </a:cubicBezTo>
                    <a:cubicBezTo>
                      <a:pt x="1" y="1895"/>
                      <a:pt x="7" y="2078"/>
                      <a:pt x="19" y="2259"/>
                    </a:cubicBezTo>
                    <a:cubicBezTo>
                      <a:pt x="31" y="2390"/>
                      <a:pt x="140" y="2490"/>
                      <a:pt x="270" y="2490"/>
                    </a:cubicBezTo>
                    <a:cubicBezTo>
                      <a:pt x="277" y="2490"/>
                      <a:pt x="284" y="2490"/>
                      <a:pt x="291" y="2489"/>
                    </a:cubicBezTo>
                    <a:cubicBezTo>
                      <a:pt x="428" y="2480"/>
                      <a:pt x="534" y="2361"/>
                      <a:pt x="526" y="2222"/>
                    </a:cubicBezTo>
                    <a:cubicBezTo>
                      <a:pt x="517" y="2054"/>
                      <a:pt x="510" y="1884"/>
                      <a:pt x="510" y="1714"/>
                    </a:cubicBezTo>
                    <a:cubicBezTo>
                      <a:pt x="512" y="1240"/>
                      <a:pt x="549" y="766"/>
                      <a:pt x="622" y="297"/>
                    </a:cubicBezTo>
                    <a:cubicBezTo>
                      <a:pt x="645" y="163"/>
                      <a:pt x="557" y="35"/>
                      <a:pt x="422" y="6"/>
                    </a:cubicBezTo>
                    <a:cubicBezTo>
                      <a:pt x="405" y="2"/>
                      <a:pt x="388" y="1"/>
                      <a:pt x="371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9789;p77">
                <a:extLst>
                  <a:ext uri="{FF2B5EF4-FFF2-40B4-BE49-F238E27FC236}">
                    <a16:creationId xmlns:a16="http://schemas.microsoft.com/office/drawing/2014/main" id="{F9E4EE8D-4BB7-282F-3BB3-D6439B05AA4A}"/>
                  </a:ext>
                </a:extLst>
              </p:cNvPr>
              <p:cNvSpPr/>
              <p:nvPr/>
            </p:nvSpPr>
            <p:spPr>
              <a:xfrm>
                <a:off x="4216194" y="1730768"/>
                <a:ext cx="14227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1524" extrusionOk="0">
                    <a:moveTo>
                      <a:pt x="296" y="1"/>
                    </a:moveTo>
                    <a:cubicBezTo>
                      <a:pt x="267" y="1"/>
                      <a:pt x="237" y="5"/>
                      <a:pt x="208" y="15"/>
                    </a:cubicBezTo>
                    <a:lnTo>
                      <a:pt x="171" y="28"/>
                    </a:lnTo>
                    <a:cubicBezTo>
                      <a:pt x="58" y="67"/>
                      <a:pt x="0" y="193"/>
                      <a:pt x="47" y="304"/>
                    </a:cubicBezTo>
                    <a:cubicBezTo>
                      <a:pt x="205" y="675"/>
                      <a:pt x="384" y="1035"/>
                      <a:pt x="588" y="1385"/>
                    </a:cubicBezTo>
                    <a:cubicBezTo>
                      <a:pt x="637" y="1469"/>
                      <a:pt x="728" y="1524"/>
                      <a:pt x="822" y="1524"/>
                    </a:cubicBezTo>
                    <a:cubicBezTo>
                      <a:pt x="850" y="1524"/>
                      <a:pt x="879" y="1519"/>
                      <a:pt x="906" y="1508"/>
                    </a:cubicBezTo>
                    <a:cubicBezTo>
                      <a:pt x="1052" y="1450"/>
                      <a:pt x="1115" y="1277"/>
                      <a:pt x="1036" y="1141"/>
                    </a:cubicBezTo>
                    <a:cubicBezTo>
                      <a:pt x="852" y="826"/>
                      <a:pt x="687" y="499"/>
                      <a:pt x="543" y="164"/>
                    </a:cubicBezTo>
                    <a:cubicBezTo>
                      <a:pt x="499" y="63"/>
                      <a:pt x="400" y="1"/>
                      <a:pt x="296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9790;p77">
                <a:extLst>
                  <a:ext uri="{FF2B5EF4-FFF2-40B4-BE49-F238E27FC236}">
                    <a16:creationId xmlns:a16="http://schemas.microsoft.com/office/drawing/2014/main" id="{0F562BCB-2B5A-BC5F-53F9-0EEB3979E9E1}"/>
                  </a:ext>
                </a:extLst>
              </p:cNvPr>
              <p:cNvSpPr/>
              <p:nvPr/>
            </p:nvSpPr>
            <p:spPr>
              <a:xfrm>
                <a:off x="4207607" y="1699506"/>
                <a:ext cx="12045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4" h="2128" extrusionOk="0">
                    <a:moveTo>
                      <a:pt x="273" y="0"/>
                    </a:moveTo>
                    <a:cubicBezTo>
                      <a:pt x="261" y="0"/>
                      <a:pt x="249" y="1"/>
                      <a:pt x="238" y="3"/>
                    </a:cubicBezTo>
                    <a:cubicBezTo>
                      <a:pt x="98" y="22"/>
                      <a:pt x="1" y="150"/>
                      <a:pt x="20" y="289"/>
                    </a:cubicBezTo>
                    <a:lnTo>
                      <a:pt x="21" y="289"/>
                    </a:lnTo>
                    <a:cubicBezTo>
                      <a:pt x="105" y="854"/>
                      <a:pt x="238" y="1412"/>
                      <a:pt x="417" y="1955"/>
                    </a:cubicBezTo>
                    <a:cubicBezTo>
                      <a:pt x="454" y="2061"/>
                      <a:pt x="553" y="2127"/>
                      <a:pt x="658" y="2127"/>
                    </a:cubicBezTo>
                    <a:cubicBezTo>
                      <a:pt x="686" y="2127"/>
                      <a:pt x="714" y="2123"/>
                      <a:pt x="742" y="2113"/>
                    </a:cubicBezTo>
                    <a:cubicBezTo>
                      <a:pt x="875" y="2067"/>
                      <a:pt x="944" y="1923"/>
                      <a:pt x="899" y="1790"/>
                    </a:cubicBezTo>
                    <a:cubicBezTo>
                      <a:pt x="731" y="1279"/>
                      <a:pt x="604" y="754"/>
                      <a:pt x="526" y="220"/>
                    </a:cubicBezTo>
                    <a:cubicBezTo>
                      <a:pt x="508" y="93"/>
                      <a:pt x="398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4" name="Google Shape;9791;p77">
              <a:extLst>
                <a:ext uri="{FF2B5EF4-FFF2-40B4-BE49-F238E27FC236}">
                  <a16:creationId xmlns:a16="http://schemas.microsoft.com/office/drawing/2014/main" id="{2E07EE1C-BFA7-C68E-9709-499801F8E5AF}"/>
                </a:ext>
              </a:extLst>
            </p:cNvPr>
            <p:cNvSpPr/>
            <p:nvPr/>
          </p:nvSpPr>
          <p:spPr>
            <a:xfrm>
              <a:off x="4250519" y="1416170"/>
              <a:ext cx="26783" cy="52303"/>
            </a:xfrm>
            <a:custGeom>
              <a:avLst/>
              <a:gdLst/>
              <a:ahLst/>
              <a:cxnLst/>
              <a:rect l="l" t="t" r="r" b="b"/>
              <a:pathLst>
                <a:path w="2099" h="4099" extrusionOk="0">
                  <a:moveTo>
                    <a:pt x="412" y="1"/>
                  </a:moveTo>
                  <a:cubicBezTo>
                    <a:pt x="358" y="1"/>
                    <a:pt x="305" y="37"/>
                    <a:pt x="292" y="98"/>
                  </a:cubicBezTo>
                  <a:lnTo>
                    <a:pt x="18" y="1357"/>
                  </a:lnTo>
                  <a:cubicBezTo>
                    <a:pt x="1" y="1436"/>
                    <a:pt x="62" y="1506"/>
                    <a:pt x="139" y="1506"/>
                  </a:cubicBezTo>
                  <a:cubicBezTo>
                    <a:pt x="149" y="1506"/>
                    <a:pt x="158" y="1505"/>
                    <a:pt x="169" y="1502"/>
                  </a:cubicBezTo>
                  <a:lnTo>
                    <a:pt x="503" y="1416"/>
                  </a:lnTo>
                  <a:cubicBezTo>
                    <a:pt x="745" y="2317"/>
                    <a:pt x="1113" y="3181"/>
                    <a:pt x="1597" y="3981"/>
                  </a:cubicBezTo>
                  <a:cubicBezTo>
                    <a:pt x="1644" y="4057"/>
                    <a:pt x="1725" y="4099"/>
                    <a:pt x="1809" y="4099"/>
                  </a:cubicBezTo>
                  <a:cubicBezTo>
                    <a:pt x="1856" y="4099"/>
                    <a:pt x="1903" y="4086"/>
                    <a:pt x="1946" y="4058"/>
                  </a:cubicBezTo>
                  <a:cubicBezTo>
                    <a:pt x="2063" y="3980"/>
                    <a:pt x="2098" y="3823"/>
                    <a:pt x="2024" y="3703"/>
                  </a:cubicBezTo>
                  <a:cubicBezTo>
                    <a:pt x="1571" y="2950"/>
                    <a:pt x="1225" y="2138"/>
                    <a:pt x="998" y="1291"/>
                  </a:cubicBezTo>
                  <a:lnTo>
                    <a:pt x="1283" y="1217"/>
                  </a:lnTo>
                  <a:cubicBezTo>
                    <a:pt x="1373" y="1195"/>
                    <a:pt x="1406" y="1086"/>
                    <a:pt x="1347" y="1017"/>
                  </a:cubicBezTo>
                  <a:lnTo>
                    <a:pt x="505" y="44"/>
                  </a:lnTo>
                  <a:cubicBezTo>
                    <a:pt x="479" y="14"/>
                    <a:pt x="445" y="1"/>
                    <a:pt x="4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9792;p77">
              <a:extLst>
                <a:ext uri="{FF2B5EF4-FFF2-40B4-BE49-F238E27FC236}">
                  <a16:creationId xmlns:a16="http://schemas.microsoft.com/office/drawing/2014/main" id="{D609D740-BE34-F9B7-83EA-FE252AFF2628}"/>
                </a:ext>
              </a:extLst>
            </p:cNvPr>
            <p:cNvSpPr/>
            <p:nvPr/>
          </p:nvSpPr>
          <p:spPr>
            <a:xfrm>
              <a:off x="4276166" y="1471370"/>
              <a:ext cx="24359" cy="25290"/>
            </a:xfrm>
            <a:custGeom>
              <a:avLst/>
              <a:gdLst/>
              <a:ahLst/>
              <a:cxnLst/>
              <a:rect l="l" t="t" r="r" b="b"/>
              <a:pathLst>
                <a:path w="1909" h="1982" extrusionOk="0">
                  <a:moveTo>
                    <a:pt x="291" y="0"/>
                  </a:moveTo>
                  <a:cubicBezTo>
                    <a:pt x="243" y="0"/>
                    <a:pt x="195" y="14"/>
                    <a:pt x="152" y="41"/>
                  </a:cubicBezTo>
                  <a:cubicBezTo>
                    <a:pt x="30" y="121"/>
                    <a:pt x="0" y="285"/>
                    <a:pt x="85" y="403"/>
                  </a:cubicBezTo>
                  <a:cubicBezTo>
                    <a:pt x="380" y="810"/>
                    <a:pt x="706" y="1193"/>
                    <a:pt x="1062" y="1548"/>
                  </a:cubicBezTo>
                  <a:cubicBezTo>
                    <a:pt x="1190" y="1678"/>
                    <a:pt x="1323" y="1801"/>
                    <a:pt x="1459" y="1921"/>
                  </a:cubicBezTo>
                  <a:cubicBezTo>
                    <a:pt x="1507" y="1962"/>
                    <a:pt x="1566" y="1981"/>
                    <a:pt x="1624" y="1981"/>
                  </a:cubicBezTo>
                  <a:cubicBezTo>
                    <a:pt x="1695" y="1981"/>
                    <a:pt x="1766" y="1952"/>
                    <a:pt x="1816" y="1894"/>
                  </a:cubicBezTo>
                  <a:cubicBezTo>
                    <a:pt x="1909" y="1788"/>
                    <a:pt x="1898" y="1628"/>
                    <a:pt x="1794" y="1535"/>
                  </a:cubicBezTo>
                  <a:cubicBezTo>
                    <a:pt x="1665" y="1423"/>
                    <a:pt x="1542" y="1308"/>
                    <a:pt x="1422" y="1188"/>
                  </a:cubicBezTo>
                  <a:cubicBezTo>
                    <a:pt x="1087" y="851"/>
                    <a:pt x="778" y="490"/>
                    <a:pt x="500" y="107"/>
                  </a:cubicBezTo>
                  <a:cubicBezTo>
                    <a:pt x="449" y="38"/>
                    <a:pt x="371" y="0"/>
                    <a:pt x="29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9793;p77">
              <a:extLst>
                <a:ext uri="{FF2B5EF4-FFF2-40B4-BE49-F238E27FC236}">
                  <a16:creationId xmlns:a16="http://schemas.microsoft.com/office/drawing/2014/main" id="{93FE9F56-D287-DBF4-2752-8F48FC6C3B3F}"/>
                </a:ext>
              </a:extLst>
            </p:cNvPr>
            <p:cNvSpPr/>
            <p:nvPr/>
          </p:nvSpPr>
          <p:spPr>
            <a:xfrm>
              <a:off x="4330231" y="1513121"/>
              <a:ext cx="21462" cy="10986"/>
            </a:xfrm>
            <a:custGeom>
              <a:avLst/>
              <a:gdLst/>
              <a:ahLst/>
              <a:cxnLst/>
              <a:rect l="l" t="t" r="r" b="b"/>
              <a:pathLst>
                <a:path w="1682" h="861" extrusionOk="0">
                  <a:moveTo>
                    <a:pt x="311" y="0"/>
                  </a:moveTo>
                  <a:cubicBezTo>
                    <a:pt x="211" y="0"/>
                    <a:pt x="116" y="56"/>
                    <a:pt x="69" y="151"/>
                  </a:cubicBezTo>
                  <a:lnTo>
                    <a:pt x="53" y="185"/>
                  </a:lnTo>
                  <a:cubicBezTo>
                    <a:pt x="0" y="292"/>
                    <a:pt x="48" y="423"/>
                    <a:pt x="160" y="468"/>
                  </a:cubicBezTo>
                  <a:cubicBezTo>
                    <a:pt x="533" y="619"/>
                    <a:pt x="916" y="747"/>
                    <a:pt x="1307" y="851"/>
                  </a:cubicBezTo>
                  <a:cubicBezTo>
                    <a:pt x="1331" y="857"/>
                    <a:pt x="1355" y="861"/>
                    <a:pt x="1379" y="861"/>
                  </a:cubicBezTo>
                  <a:cubicBezTo>
                    <a:pt x="1480" y="861"/>
                    <a:pt x="1576" y="806"/>
                    <a:pt x="1618" y="713"/>
                  </a:cubicBezTo>
                  <a:cubicBezTo>
                    <a:pt x="1682" y="569"/>
                    <a:pt x="1602" y="403"/>
                    <a:pt x="1451" y="363"/>
                  </a:cubicBezTo>
                  <a:cubicBezTo>
                    <a:pt x="1097" y="268"/>
                    <a:pt x="751" y="154"/>
                    <a:pt x="412" y="20"/>
                  </a:cubicBezTo>
                  <a:cubicBezTo>
                    <a:pt x="379" y="7"/>
                    <a:pt x="345" y="0"/>
                    <a:pt x="31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9794;p77">
              <a:extLst>
                <a:ext uri="{FF2B5EF4-FFF2-40B4-BE49-F238E27FC236}">
                  <a16:creationId xmlns:a16="http://schemas.microsoft.com/office/drawing/2014/main" id="{CF6F4F2F-B99E-5745-2DC9-5384DA1228F8}"/>
                </a:ext>
              </a:extLst>
            </p:cNvPr>
            <p:cNvSpPr/>
            <p:nvPr/>
          </p:nvSpPr>
          <p:spPr>
            <a:xfrm>
              <a:off x="4302005" y="1497298"/>
              <a:ext cx="25469" cy="17647"/>
            </a:xfrm>
            <a:custGeom>
              <a:avLst/>
              <a:gdLst/>
              <a:ahLst/>
              <a:cxnLst/>
              <a:rect l="l" t="t" r="r" b="b"/>
              <a:pathLst>
                <a:path w="1996" h="1383" extrusionOk="0">
                  <a:moveTo>
                    <a:pt x="289" y="1"/>
                  </a:moveTo>
                  <a:cubicBezTo>
                    <a:pt x="212" y="1"/>
                    <a:pt x="136" y="36"/>
                    <a:pt x="86" y="102"/>
                  </a:cubicBezTo>
                  <a:cubicBezTo>
                    <a:pt x="1" y="214"/>
                    <a:pt x="23" y="374"/>
                    <a:pt x="135" y="459"/>
                  </a:cubicBezTo>
                  <a:cubicBezTo>
                    <a:pt x="595" y="800"/>
                    <a:pt x="1082" y="1100"/>
                    <a:pt x="1592" y="1356"/>
                  </a:cubicBezTo>
                  <a:cubicBezTo>
                    <a:pt x="1629" y="1374"/>
                    <a:pt x="1667" y="1382"/>
                    <a:pt x="1705" y="1382"/>
                  </a:cubicBezTo>
                  <a:cubicBezTo>
                    <a:pt x="1799" y="1382"/>
                    <a:pt x="1891" y="1329"/>
                    <a:pt x="1935" y="1239"/>
                  </a:cubicBezTo>
                  <a:cubicBezTo>
                    <a:pt x="1996" y="1113"/>
                    <a:pt x="1943" y="960"/>
                    <a:pt x="1817" y="898"/>
                  </a:cubicBezTo>
                  <a:cubicBezTo>
                    <a:pt x="1336" y="656"/>
                    <a:pt x="875" y="373"/>
                    <a:pt x="443" y="52"/>
                  </a:cubicBezTo>
                  <a:cubicBezTo>
                    <a:pt x="397" y="18"/>
                    <a:pt x="343" y="1"/>
                    <a:pt x="28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72" name="Google Shape;9795;p77">
              <a:extLst>
                <a:ext uri="{FF2B5EF4-FFF2-40B4-BE49-F238E27FC236}">
                  <a16:creationId xmlns:a16="http://schemas.microsoft.com/office/drawing/2014/main" id="{4E3A90A1-215E-6AAB-5C8B-1F318A1A3A46}"/>
                </a:ext>
              </a:extLst>
            </p:cNvPr>
            <p:cNvGrpSpPr/>
            <p:nvPr/>
          </p:nvGrpSpPr>
          <p:grpSpPr>
            <a:xfrm>
              <a:off x="4889463" y="1423737"/>
              <a:ext cx="29552" cy="142899"/>
              <a:chOff x="4889463" y="1423737"/>
              <a:chExt cx="29552" cy="142899"/>
            </a:xfrm>
          </p:grpSpPr>
          <p:sp>
            <p:nvSpPr>
              <p:cNvPr id="298" name="Google Shape;9796;p77">
                <a:extLst>
                  <a:ext uri="{FF2B5EF4-FFF2-40B4-BE49-F238E27FC236}">
                    <a16:creationId xmlns:a16="http://schemas.microsoft.com/office/drawing/2014/main" id="{53283124-5020-F049-6FF1-BB2C7A12DDD8}"/>
                  </a:ext>
                </a:extLst>
              </p:cNvPr>
              <p:cNvSpPr/>
              <p:nvPr/>
            </p:nvSpPr>
            <p:spPr>
              <a:xfrm>
                <a:off x="4889463" y="1515647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772" y="0"/>
                    </a:moveTo>
                    <a:cubicBezTo>
                      <a:pt x="1653" y="0"/>
                      <a:pt x="1547" y="82"/>
                      <a:pt x="1518" y="201"/>
                    </a:cubicBezTo>
                    <a:cubicBezTo>
                      <a:pt x="1307" y="1053"/>
                      <a:pt x="977" y="1872"/>
                      <a:pt x="540" y="2634"/>
                    </a:cubicBezTo>
                    <a:lnTo>
                      <a:pt x="285" y="2482"/>
                    </a:lnTo>
                    <a:cubicBezTo>
                      <a:pt x="265" y="2470"/>
                      <a:pt x="244" y="2465"/>
                      <a:pt x="223" y="2465"/>
                    </a:cubicBezTo>
                    <a:cubicBezTo>
                      <a:pt x="162" y="2465"/>
                      <a:pt x="104" y="2511"/>
                      <a:pt x="99" y="2579"/>
                    </a:cubicBezTo>
                    <a:lnTo>
                      <a:pt x="6" y="3864"/>
                    </a:lnTo>
                    <a:cubicBezTo>
                      <a:pt x="0" y="3939"/>
                      <a:pt x="62" y="3995"/>
                      <a:pt x="129" y="3995"/>
                    </a:cubicBezTo>
                    <a:cubicBezTo>
                      <a:pt x="152" y="3995"/>
                      <a:pt x="174" y="3989"/>
                      <a:pt x="195" y="3976"/>
                    </a:cubicBezTo>
                    <a:lnTo>
                      <a:pt x="1278" y="3279"/>
                    </a:lnTo>
                    <a:cubicBezTo>
                      <a:pt x="1355" y="3229"/>
                      <a:pt x="1353" y="3117"/>
                      <a:pt x="1275" y="3071"/>
                    </a:cubicBezTo>
                    <a:lnTo>
                      <a:pt x="978" y="2893"/>
                    </a:lnTo>
                    <a:cubicBezTo>
                      <a:pt x="1444" y="2085"/>
                      <a:pt x="1794" y="1213"/>
                      <a:pt x="2018" y="307"/>
                    </a:cubicBezTo>
                    <a:cubicBezTo>
                      <a:pt x="2050" y="171"/>
                      <a:pt x="1963" y="35"/>
                      <a:pt x="1826" y="6"/>
                    </a:cubicBezTo>
                    <a:cubicBezTo>
                      <a:pt x="1808" y="2"/>
                      <a:pt x="1790" y="0"/>
                      <a:pt x="177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9797;p77">
                <a:extLst>
                  <a:ext uri="{FF2B5EF4-FFF2-40B4-BE49-F238E27FC236}">
                    <a16:creationId xmlns:a16="http://schemas.microsoft.com/office/drawing/2014/main" id="{EDCE140B-193F-8484-2F8D-362F33632E6D}"/>
                  </a:ext>
                </a:extLst>
              </p:cNvPr>
              <p:cNvSpPr/>
              <p:nvPr/>
            </p:nvSpPr>
            <p:spPr>
              <a:xfrm>
                <a:off x="4910772" y="1479256"/>
                <a:ext cx="8243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491" extrusionOk="0">
                    <a:moveTo>
                      <a:pt x="375" y="0"/>
                    </a:moveTo>
                    <a:cubicBezTo>
                      <a:pt x="368" y="0"/>
                      <a:pt x="361" y="1"/>
                      <a:pt x="354" y="1"/>
                    </a:cubicBezTo>
                    <a:cubicBezTo>
                      <a:pt x="216" y="11"/>
                      <a:pt x="111" y="129"/>
                      <a:pt x="119" y="269"/>
                    </a:cubicBezTo>
                    <a:cubicBezTo>
                      <a:pt x="128" y="438"/>
                      <a:pt x="135" y="607"/>
                      <a:pt x="135" y="776"/>
                    </a:cubicBezTo>
                    <a:cubicBezTo>
                      <a:pt x="135" y="1252"/>
                      <a:pt x="96" y="1724"/>
                      <a:pt x="23" y="2193"/>
                    </a:cubicBezTo>
                    <a:cubicBezTo>
                      <a:pt x="0" y="2328"/>
                      <a:pt x="88" y="2458"/>
                      <a:pt x="223" y="2485"/>
                    </a:cubicBezTo>
                    <a:cubicBezTo>
                      <a:pt x="240" y="2488"/>
                      <a:pt x="257" y="2490"/>
                      <a:pt x="274" y="2490"/>
                    </a:cubicBezTo>
                    <a:cubicBezTo>
                      <a:pt x="396" y="2490"/>
                      <a:pt x="504" y="2403"/>
                      <a:pt x="526" y="2278"/>
                    </a:cubicBezTo>
                    <a:cubicBezTo>
                      <a:pt x="604" y="1782"/>
                      <a:pt x="644" y="1279"/>
                      <a:pt x="646" y="776"/>
                    </a:cubicBezTo>
                    <a:cubicBezTo>
                      <a:pt x="646" y="595"/>
                      <a:pt x="638" y="413"/>
                      <a:pt x="626" y="232"/>
                    </a:cubicBezTo>
                    <a:cubicBezTo>
                      <a:pt x="616" y="101"/>
                      <a:pt x="505" y="0"/>
                      <a:pt x="375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9798;p77">
                <a:extLst>
                  <a:ext uri="{FF2B5EF4-FFF2-40B4-BE49-F238E27FC236}">
                    <a16:creationId xmlns:a16="http://schemas.microsoft.com/office/drawing/2014/main" id="{EBE29ABC-D7E6-AD84-0CEC-AD37178234F7}"/>
                  </a:ext>
                </a:extLst>
              </p:cNvPr>
              <p:cNvSpPr/>
              <p:nvPr/>
            </p:nvSpPr>
            <p:spPr>
              <a:xfrm>
                <a:off x="4895052" y="1423737"/>
                <a:ext cx="14215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4" h="1524" extrusionOk="0">
                    <a:moveTo>
                      <a:pt x="293" y="1"/>
                    </a:moveTo>
                    <a:cubicBezTo>
                      <a:pt x="265" y="1"/>
                      <a:pt x="236" y="5"/>
                      <a:pt x="209" y="16"/>
                    </a:cubicBezTo>
                    <a:cubicBezTo>
                      <a:pt x="62" y="74"/>
                      <a:pt x="1" y="246"/>
                      <a:pt x="79" y="383"/>
                    </a:cubicBezTo>
                    <a:cubicBezTo>
                      <a:pt x="262" y="698"/>
                      <a:pt x="427" y="1025"/>
                      <a:pt x="573" y="1359"/>
                    </a:cubicBezTo>
                    <a:cubicBezTo>
                      <a:pt x="615" y="1461"/>
                      <a:pt x="714" y="1523"/>
                      <a:pt x="819" y="1523"/>
                    </a:cubicBezTo>
                    <a:cubicBezTo>
                      <a:pt x="848" y="1523"/>
                      <a:pt x="878" y="1518"/>
                      <a:pt x="907" y="1508"/>
                    </a:cubicBezTo>
                    <a:lnTo>
                      <a:pt x="942" y="1495"/>
                    </a:lnTo>
                    <a:cubicBezTo>
                      <a:pt x="1056" y="1457"/>
                      <a:pt x="1114" y="1331"/>
                      <a:pt x="1067" y="1220"/>
                    </a:cubicBezTo>
                    <a:cubicBezTo>
                      <a:pt x="910" y="849"/>
                      <a:pt x="729" y="488"/>
                      <a:pt x="528" y="139"/>
                    </a:cubicBezTo>
                    <a:cubicBezTo>
                      <a:pt x="478" y="54"/>
                      <a:pt x="387" y="1"/>
                      <a:pt x="293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9799;p77">
                <a:extLst>
                  <a:ext uri="{FF2B5EF4-FFF2-40B4-BE49-F238E27FC236}">
                    <a16:creationId xmlns:a16="http://schemas.microsoft.com/office/drawing/2014/main" id="{F829C06A-B451-0670-E70D-885D61DC2084}"/>
                  </a:ext>
                </a:extLst>
              </p:cNvPr>
              <p:cNvSpPr/>
              <p:nvPr/>
            </p:nvSpPr>
            <p:spPr>
              <a:xfrm>
                <a:off x="4905783" y="1447292"/>
                <a:ext cx="12071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6" h="2128" extrusionOk="0">
                    <a:moveTo>
                      <a:pt x="288" y="0"/>
                    </a:moveTo>
                    <a:cubicBezTo>
                      <a:pt x="260" y="0"/>
                      <a:pt x="232" y="5"/>
                      <a:pt x="204" y="15"/>
                    </a:cubicBezTo>
                    <a:cubicBezTo>
                      <a:pt x="71" y="61"/>
                      <a:pt x="1" y="205"/>
                      <a:pt x="47" y="338"/>
                    </a:cubicBezTo>
                    <a:cubicBezTo>
                      <a:pt x="215" y="850"/>
                      <a:pt x="342" y="1376"/>
                      <a:pt x="420" y="1909"/>
                    </a:cubicBezTo>
                    <a:cubicBezTo>
                      <a:pt x="438" y="2036"/>
                      <a:pt x="548" y="2128"/>
                      <a:pt x="673" y="2128"/>
                    </a:cubicBezTo>
                    <a:cubicBezTo>
                      <a:pt x="685" y="2128"/>
                      <a:pt x="696" y="2127"/>
                      <a:pt x="708" y="2125"/>
                    </a:cubicBezTo>
                    <a:cubicBezTo>
                      <a:pt x="848" y="2106"/>
                      <a:pt x="945" y="1978"/>
                      <a:pt x="926" y="1839"/>
                    </a:cubicBezTo>
                    <a:lnTo>
                      <a:pt x="925" y="1839"/>
                    </a:lnTo>
                    <a:cubicBezTo>
                      <a:pt x="841" y="1273"/>
                      <a:pt x="708" y="716"/>
                      <a:pt x="529" y="173"/>
                    </a:cubicBezTo>
                    <a:cubicBezTo>
                      <a:pt x="492" y="67"/>
                      <a:pt x="393" y="0"/>
                      <a:pt x="288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3" name="Google Shape;9800;p77">
              <a:extLst>
                <a:ext uri="{FF2B5EF4-FFF2-40B4-BE49-F238E27FC236}">
                  <a16:creationId xmlns:a16="http://schemas.microsoft.com/office/drawing/2014/main" id="{24ACB4F6-15B0-B479-9B78-0078FAAEDF2A}"/>
                </a:ext>
              </a:extLst>
            </p:cNvPr>
            <p:cNvGrpSpPr/>
            <p:nvPr/>
          </p:nvGrpSpPr>
          <p:grpSpPr>
            <a:xfrm>
              <a:off x="4771663" y="1876896"/>
              <a:ext cx="108651" cy="100447"/>
              <a:chOff x="4771663" y="1876896"/>
              <a:chExt cx="108651" cy="100447"/>
            </a:xfrm>
          </p:grpSpPr>
          <p:sp>
            <p:nvSpPr>
              <p:cNvPr id="274" name="Google Shape;9801;p77">
                <a:extLst>
                  <a:ext uri="{FF2B5EF4-FFF2-40B4-BE49-F238E27FC236}">
                    <a16:creationId xmlns:a16="http://schemas.microsoft.com/office/drawing/2014/main" id="{0B089C04-8DB7-1ED2-4CE8-B4B948FE2883}"/>
                  </a:ext>
                </a:extLst>
              </p:cNvPr>
              <p:cNvSpPr/>
              <p:nvPr/>
            </p:nvSpPr>
            <p:spPr>
              <a:xfrm>
                <a:off x="4771663" y="1951210"/>
                <a:ext cx="53184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4168" h="2048" extrusionOk="0">
                    <a:moveTo>
                      <a:pt x="3871" y="0"/>
                    </a:moveTo>
                    <a:cubicBezTo>
                      <a:pt x="3824" y="0"/>
                      <a:pt x="3777" y="13"/>
                      <a:pt x="3735" y="39"/>
                    </a:cubicBezTo>
                    <a:cubicBezTo>
                      <a:pt x="2982" y="492"/>
                      <a:pt x="2170" y="838"/>
                      <a:pt x="1323" y="1067"/>
                    </a:cubicBezTo>
                    <a:lnTo>
                      <a:pt x="1249" y="780"/>
                    </a:lnTo>
                    <a:cubicBezTo>
                      <a:pt x="1235" y="721"/>
                      <a:pt x="1183" y="687"/>
                      <a:pt x="1130" y="687"/>
                    </a:cubicBezTo>
                    <a:cubicBezTo>
                      <a:pt x="1102" y="687"/>
                      <a:pt x="1073" y="696"/>
                      <a:pt x="1049" y="717"/>
                    </a:cubicBezTo>
                    <a:lnTo>
                      <a:pt x="76" y="1560"/>
                    </a:lnTo>
                    <a:cubicBezTo>
                      <a:pt x="0" y="1625"/>
                      <a:pt x="32" y="1750"/>
                      <a:pt x="130" y="1773"/>
                    </a:cubicBezTo>
                    <a:lnTo>
                      <a:pt x="1389" y="2045"/>
                    </a:lnTo>
                    <a:cubicBezTo>
                      <a:pt x="1398" y="2047"/>
                      <a:pt x="1407" y="2048"/>
                      <a:pt x="1416" y="2048"/>
                    </a:cubicBezTo>
                    <a:cubicBezTo>
                      <a:pt x="1493" y="2048"/>
                      <a:pt x="1555" y="1975"/>
                      <a:pt x="1534" y="1894"/>
                    </a:cubicBezTo>
                    <a:lnTo>
                      <a:pt x="1450" y="1561"/>
                    </a:lnTo>
                    <a:cubicBezTo>
                      <a:pt x="2351" y="1318"/>
                      <a:pt x="3214" y="950"/>
                      <a:pt x="4013" y="466"/>
                    </a:cubicBezTo>
                    <a:cubicBezTo>
                      <a:pt x="4132" y="392"/>
                      <a:pt x="4167" y="235"/>
                      <a:pt x="4090" y="119"/>
                    </a:cubicBezTo>
                    <a:cubicBezTo>
                      <a:pt x="4039" y="42"/>
                      <a:pt x="3956" y="0"/>
                      <a:pt x="387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9802;p77">
                <a:extLst>
                  <a:ext uri="{FF2B5EF4-FFF2-40B4-BE49-F238E27FC236}">
                    <a16:creationId xmlns:a16="http://schemas.microsoft.com/office/drawing/2014/main" id="{B7F35391-4E7D-A0F0-593C-A8E995AEFA4C}"/>
                  </a:ext>
                </a:extLst>
              </p:cNvPr>
              <p:cNvSpPr/>
              <p:nvPr/>
            </p:nvSpPr>
            <p:spPr>
              <a:xfrm>
                <a:off x="4826850" y="1927897"/>
                <a:ext cx="26081" cy="23529"/>
              </a:xfrm>
              <a:custGeom>
                <a:avLst/>
                <a:gdLst/>
                <a:ahLst/>
                <a:cxnLst/>
                <a:rect l="l" t="t" r="r" b="b"/>
                <a:pathLst>
                  <a:path w="2044" h="1844" extrusionOk="0">
                    <a:moveTo>
                      <a:pt x="1760" y="1"/>
                    </a:moveTo>
                    <a:cubicBezTo>
                      <a:pt x="1689" y="1"/>
                      <a:pt x="1619" y="31"/>
                      <a:pt x="1568" y="88"/>
                    </a:cubicBezTo>
                    <a:cubicBezTo>
                      <a:pt x="1456" y="215"/>
                      <a:pt x="1341" y="338"/>
                      <a:pt x="1221" y="458"/>
                    </a:cubicBezTo>
                    <a:cubicBezTo>
                      <a:pt x="885" y="793"/>
                      <a:pt x="524" y="1102"/>
                      <a:pt x="140" y="1380"/>
                    </a:cubicBezTo>
                    <a:cubicBezTo>
                      <a:pt x="29" y="1460"/>
                      <a:pt x="1" y="1612"/>
                      <a:pt x="74" y="1728"/>
                    </a:cubicBezTo>
                    <a:cubicBezTo>
                      <a:pt x="124" y="1803"/>
                      <a:pt x="205" y="1844"/>
                      <a:pt x="288" y="1844"/>
                    </a:cubicBezTo>
                    <a:cubicBezTo>
                      <a:pt x="339" y="1844"/>
                      <a:pt x="391" y="1828"/>
                      <a:pt x="436" y="1797"/>
                    </a:cubicBezTo>
                    <a:cubicBezTo>
                      <a:pt x="843" y="1500"/>
                      <a:pt x="1226" y="1174"/>
                      <a:pt x="1581" y="820"/>
                    </a:cubicBezTo>
                    <a:cubicBezTo>
                      <a:pt x="1711" y="690"/>
                      <a:pt x="1834" y="557"/>
                      <a:pt x="1954" y="421"/>
                    </a:cubicBezTo>
                    <a:cubicBezTo>
                      <a:pt x="2044" y="315"/>
                      <a:pt x="2033" y="155"/>
                      <a:pt x="1927" y="64"/>
                    </a:cubicBezTo>
                    <a:cubicBezTo>
                      <a:pt x="1879" y="22"/>
                      <a:pt x="1819" y="1"/>
                      <a:pt x="176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Google Shape;9803;p77">
                <a:extLst>
                  <a:ext uri="{FF2B5EF4-FFF2-40B4-BE49-F238E27FC236}">
                    <a16:creationId xmlns:a16="http://schemas.microsoft.com/office/drawing/2014/main" id="{57822FEB-821A-9988-9DD2-C9B5E91441EF}"/>
                  </a:ext>
                </a:extLst>
              </p:cNvPr>
              <p:cNvSpPr/>
              <p:nvPr/>
            </p:nvSpPr>
            <p:spPr>
              <a:xfrm>
                <a:off x="4868600" y="1876896"/>
                <a:ext cx="11714" cy="20531"/>
              </a:xfrm>
              <a:custGeom>
                <a:avLst/>
                <a:gdLst/>
                <a:ahLst/>
                <a:cxnLst/>
                <a:rect l="l" t="t" r="r" b="b"/>
                <a:pathLst>
                  <a:path w="918" h="1609" extrusionOk="0">
                    <a:moveTo>
                      <a:pt x="642" y="0"/>
                    </a:moveTo>
                    <a:cubicBezTo>
                      <a:pt x="531" y="0"/>
                      <a:pt x="426" y="74"/>
                      <a:pt x="396" y="189"/>
                    </a:cubicBezTo>
                    <a:cubicBezTo>
                      <a:pt x="301" y="543"/>
                      <a:pt x="187" y="889"/>
                      <a:pt x="53" y="1228"/>
                    </a:cubicBezTo>
                    <a:cubicBezTo>
                      <a:pt x="0" y="1360"/>
                      <a:pt x="58" y="1509"/>
                      <a:pt x="184" y="1571"/>
                    </a:cubicBezTo>
                    <a:lnTo>
                      <a:pt x="218" y="1587"/>
                    </a:lnTo>
                    <a:cubicBezTo>
                      <a:pt x="248" y="1602"/>
                      <a:pt x="280" y="1608"/>
                      <a:pt x="311" y="1608"/>
                    </a:cubicBezTo>
                    <a:cubicBezTo>
                      <a:pt x="392" y="1608"/>
                      <a:pt x="469" y="1561"/>
                      <a:pt x="501" y="1480"/>
                    </a:cubicBezTo>
                    <a:cubicBezTo>
                      <a:pt x="653" y="1107"/>
                      <a:pt x="780" y="724"/>
                      <a:pt x="886" y="333"/>
                    </a:cubicBezTo>
                    <a:cubicBezTo>
                      <a:pt x="918" y="210"/>
                      <a:pt x="862" y="74"/>
                      <a:pt x="746" y="22"/>
                    </a:cubicBezTo>
                    <a:cubicBezTo>
                      <a:pt x="712" y="7"/>
                      <a:pt x="677" y="0"/>
                      <a:pt x="64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9804;p77">
                <a:extLst>
                  <a:ext uri="{FF2B5EF4-FFF2-40B4-BE49-F238E27FC236}">
                    <a16:creationId xmlns:a16="http://schemas.microsoft.com/office/drawing/2014/main" id="{6A4E5FD3-9038-D165-5557-F18C91AA2669}"/>
                  </a:ext>
                </a:extLst>
              </p:cNvPr>
              <p:cNvSpPr/>
              <p:nvPr/>
            </p:nvSpPr>
            <p:spPr>
              <a:xfrm>
                <a:off x="4852804" y="1901038"/>
                <a:ext cx="18528" cy="24589"/>
              </a:xfrm>
              <a:custGeom>
                <a:avLst/>
                <a:gdLst/>
                <a:ahLst/>
                <a:cxnLst/>
                <a:rect l="l" t="t" r="r" b="b"/>
                <a:pathLst>
                  <a:path w="1452" h="1927" extrusionOk="0">
                    <a:moveTo>
                      <a:pt x="1159" y="1"/>
                    </a:moveTo>
                    <a:cubicBezTo>
                      <a:pt x="1064" y="1"/>
                      <a:pt x="974" y="53"/>
                      <a:pt x="931" y="143"/>
                    </a:cubicBezTo>
                    <a:cubicBezTo>
                      <a:pt x="689" y="625"/>
                      <a:pt x="405" y="1085"/>
                      <a:pt x="85" y="1519"/>
                    </a:cubicBezTo>
                    <a:cubicBezTo>
                      <a:pt x="0" y="1631"/>
                      <a:pt x="21" y="1790"/>
                      <a:pt x="135" y="1874"/>
                    </a:cubicBezTo>
                    <a:cubicBezTo>
                      <a:pt x="181" y="1909"/>
                      <a:pt x="235" y="1926"/>
                      <a:pt x="289" y="1926"/>
                    </a:cubicBezTo>
                    <a:cubicBezTo>
                      <a:pt x="366" y="1926"/>
                      <a:pt x="441" y="1892"/>
                      <a:pt x="492" y="1826"/>
                    </a:cubicBezTo>
                    <a:cubicBezTo>
                      <a:pt x="831" y="1367"/>
                      <a:pt x="1132" y="878"/>
                      <a:pt x="1389" y="368"/>
                    </a:cubicBezTo>
                    <a:cubicBezTo>
                      <a:pt x="1451" y="241"/>
                      <a:pt x="1398" y="87"/>
                      <a:pt x="1270" y="26"/>
                    </a:cubicBezTo>
                    <a:cubicBezTo>
                      <a:pt x="1234" y="9"/>
                      <a:pt x="1196" y="1"/>
                      <a:pt x="115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504123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3" name="Google Shape;2003;p58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/>
              <a:t>Безопасность и </a:t>
            </a:r>
            <a:r>
              <a:rPr lang="en-US" dirty="0"/>
              <a:t>API</a:t>
            </a:r>
            <a:endParaRPr dirty="0"/>
          </a:p>
        </p:txBody>
      </p:sp>
      <p:cxnSp>
        <p:nvCxnSpPr>
          <p:cNvPr id="2016" name="Google Shape;2016;p58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18" name="Google Shape;2098;p63">
            <a:extLst>
              <a:ext uri="{FF2B5EF4-FFF2-40B4-BE49-F238E27FC236}">
                <a16:creationId xmlns:a16="http://schemas.microsoft.com/office/drawing/2014/main" id="{63D0DE40-08F9-AAE7-FD7D-6AD3A202B34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894670" y="1437831"/>
            <a:ext cx="2025695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JWT-</a:t>
            </a:r>
            <a:r>
              <a:rPr lang="ru-RU" dirty="0"/>
              <a:t>токены</a:t>
            </a:r>
            <a:endParaRPr dirty="0"/>
          </a:p>
        </p:txBody>
      </p:sp>
      <p:sp>
        <p:nvSpPr>
          <p:cNvPr id="19" name="Google Shape;2099;p63">
            <a:extLst>
              <a:ext uri="{FF2B5EF4-FFF2-40B4-BE49-F238E27FC236}">
                <a16:creationId xmlns:a16="http://schemas.microsoft.com/office/drawing/2014/main" id="{FE0FD251-EB6E-5C62-9897-35AB75933E92}"/>
              </a:ext>
            </a:extLst>
          </p:cNvPr>
          <p:cNvSpPr txBox="1">
            <a:spLocks/>
          </p:cNvSpPr>
          <p:nvPr/>
        </p:nvSpPr>
        <p:spPr>
          <a:xfrm>
            <a:off x="1424496" y="1885154"/>
            <a:ext cx="2966042" cy="2492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l">
              <a:lnSpc>
                <a:spcPct val="150000"/>
              </a:lnSpc>
            </a:pPr>
            <a:r>
              <a:rPr lang="ru-RU" dirty="0"/>
              <a:t>Авторизация осуществляется</a:t>
            </a:r>
          </a:p>
          <a:p>
            <a:pPr marL="0" indent="0" algn="l">
              <a:lnSpc>
                <a:spcPct val="150000"/>
              </a:lnSpc>
            </a:pPr>
            <a:r>
              <a:rPr lang="ru-RU" dirty="0"/>
              <a:t>с использованием JWT-токенов, в которые вшиваются необходимые параметры пользователя.</a:t>
            </a:r>
          </a:p>
          <a:p>
            <a:pPr marL="0" indent="0" algn="l">
              <a:lnSpc>
                <a:spcPct val="150000"/>
              </a:lnSpc>
            </a:pPr>
            <a:r>
              <a:rPr lang="en-US" dirty="0"/>
              <a:t>(ID, Name, Role)</a:t>
            </a:r>
          </a:p>
        </p:txBody>
      </p:sp>
      <p:cxnSp>
        <p:nvCxnSpPr>
          <p:cNvPr id="27" name="Google Shape;2108;p63">
            <a:extLst>
              <a:ext uri="{FF2B5EF4-FFF2-40B4-BE49-F238E27FC236}">
                <a16:creationId xmlns:a16="http://schemas.microsoft.com/office/drawing/2014/main" id="{2E5AF290-7A46-CF31-E359-360D9F390530}"/>
              </a:ext>
            </a:extLst>
          </p:cNvPr>
          <p:cNvCxnSpPr>
            <a:cxnSpLocks/>
          </p:cNvCxnSpPr>
          <p:nvPr/>
        </p:nvCxnSpPr>
        <p:spPr>
          <a:xfrm>
            <a:off x="4572000" y="1566172"/>
            <a:ext cx="0" cy="3130519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047" name="Google Shape;2098;p63">
            <a:extLst>
              <a:ext uri="{FF2B5EF4-FFF2-40B4-BE49-F238E27FC236}">
                <a16:creationId xmlns:a16="http://schemas.microsoft.com/office/drawing/2014/main" id="{10AC4F83-7C14-7590-D15F-B83DAD5980FC}"/>
              </a:ext>
            </a:extLst>
          </p:cNvPr>
          <p:cNvSpPr txBox="1">
            <a:spLocks/>
          </p:cNvSpPr>
          <p:nvPr/>
        </p:nvSpPr>
        <p:spPr>
          <a:xfrm>
            <a:off x="5470819" y="1437831"/>
            <a:ext cx="1301855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r"/>
            <a:r>
              <a:rPr lang="en-US" dirty="0"/>
              <a:t>Swagger</a:t>
            </a:r>
            <a:endParaRPr lang="ru-RU" dirty="0"/>
          </a:p>
        </p:txBody>
      </p:sp>
      <p:sp>
        <p:nvSpPr>
          <p:cNvPr id="1984" name="Google Shape;2099;p63">
            <a:extLst>
              <a:ext uri="{FF2B5EF4-FFF2-40B4-BE49-F238E27FC236}">
                <a16:creationId xmlns:a16="http://schemas.microsoft.com/office/drawing/2014/main" id="{B12F3D69-4715-35AA-88C6-B35AAD805FC4}"/>
              </a:ext>
            </a:extLst>
          </p:cNvPr>
          <p:cNvSpPr txBox="1">
            <a:spLocks/>
          </p:cNvSpPr>
          <p:nvPr/>
        </p:nvSpPr>
        <p:spPr>
          <a:xfrm>
            <a:off x="5017773" y="1966350"/>
            <a:ext cx="2727600" cy="6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l"/>
            <a:r>
              <a:rPr lang="ru-RU" dirty="0"/>
              <a:t>Документирование </a:t>
            </a:r>
            <a:r>
              <a:rPr lang="en-US" dirty="0"/>
              <a:t>API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9E1851E-3E99-9F22-01E7-510074DA66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91418" y="2393356"/>
            <a:ext cx="2237634" cy="2237634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85F368D-D45F-8F85-4B64-9980E51E91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0" y="483939"/>
            <a:ext cx="460431" cy="46043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7" name="Google Shape;2097;p6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0436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Контейнеризация</a:t>
            </a:r>
            <a:endParaRPr dirty="0"/>
          </a:p>
        </p:txBody>
      </p:sp>
      <p:cxnSp>
        <p:nvCxnSpPr>
          <p:cNvPr id="2106" name="Google Shape;2106;p63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EACDDC0-5212-7175-2407-40C47585619E}"/>
              </a:ext>
            </a:extLst>
          </p:cNvPr>
          <p:cNvSpPr txBox="1"/>
          <p:nvPr/>
        </p:nvSpPr>
        <p:spPr>
          <a:xfrm>
            <a:off x="938500" y="1114824"/>
            <a:ext cx="46897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проводилась через </a:t>
            </a:r>
            <a:r>
              <a:rPr lang="ru-RU" b="1" dirty="0">
                <a:solidFill>
                  <a:schemeClr val="bg1"/>
                </a:solidFill>
                <a:latin typeface="Montserrat" panose="00000500000000000000" pitchFamily="2" charset="-52"/>
              </a:rPr>
              <a:t>Docker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 для переносимости системы на разные десктопные устройства.</a:t>
            </a:r>
          </a:p>
        </p:txBody>
      </p:sp>
      <p:pic>
        <p:nvPicPr>
          <p:cNvPr id="2080" name="Рисунок 2079">
            <a:extLst>
              <a:ext uri="{FF2B5EF4-FFF2-40B4-BE49-F238E27FC236}">
                <a16:creationId xmlns:a16="http://schemas.microsoft.com/office/drawing/2014/main" id="{7A3F7676-F424-8FF7-3492-3515716CF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892" y="1889662"/>
            <a:ext cx="5249047" cy="283981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0F048CE-E1CB-E37B-91D9-88585FBCA7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93967" y="445025"/>
            <a:ext cx="605445" cy="47810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Google Shape;2190;p70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Заключение</a:t>
            </a:r>
            <a:endParaRPr dirty="0"/>
          </a:p>
        </p:txBody>
      </p:sp>
      <p:sp>
        <p:nvSpPr>
          <p:cNvPr id="2191" name="Google Shape;2191;p70"/>
          <p:cNvSpPr txBox="1">
            <a:spLocks noGrp="1"/>
          </p:cNvSpPr>
          <p:nvPr>
            <p:ph type="body" idx="1"/>
          </p:nvPr>
        </p:nvSpPr>
        <p:spPr>
          <a:xfrm>
            <a:off x="313454" y="1076715"/>
            <a:ext cx="4922786" cy="278149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Создана полнофункциональная клиент-серверная система</a:t>
            </a:r>
            <a:r>
              <a:rPr lang="en-US" dirty="0"/>
              <a:t> </a:t>
            </a:r>
            <a:r>
              <a:rPr lang="ru-RU" dirty="0"/>
              <a:t>для кафе.</a:t>
            </a:r>
          </a:p>
          <a:p>
            <a:pPr>
              <a:lnSpc>
                <a:spcPct val="150000"/>
              </a:lnSpc>
            </a:pPr>
            <a:r>
              <a:rPr lang="ru-RU" dirty="0"/>
              <a:t>Обеспечена безопасность данных и разграничение ролей доступа.</a:t>
            </a:r>
          </a:p>
          <a:p>
            <a:pPr>
              <a:lnSpc>
                <a:spcPct val="150000"/>
              </a:lnSpc>
            </a:pPr>
            <a:r>
              <a:rPr lang="ru-RU" dirty="0"/>
              <a:t>Система готова к масштабированию и развертыванию в изолированной среде через Docker.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dirty="0"/>
          </a:p>
        </p:txBody>
      </p:sp>
      <p:cxnSp>
        <p:nvCxnSpPr>
          <p:cNvPr id="2192" name="Google Shape;2192;p70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2B6308D-6065-36EF-7949-99AF0B2423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0146" y="1190726"/>
            <a:ext cx="3049727" cy="30497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13B11E-B180-7167-FBEE-218CDE21541D}"/>
              </a:ext>
            </a:extLst>
          </p:cNvPr>
          <p:cNvSpPr txBox="1"/>
          <p:nvPr/>
        </p:nvSpPr>
        <p:spPr>
          <a:xfrm>
            <a:off x="5630146" y="4425754"/>
            <a:ext cx="33420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Репозиторий проекта на </a:t>
            </a:r>
            <a:r>
              <a:rPr lang="en-US" sz="16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GitHub</a:t>
            </a:r>
            <a:endParaRPr lang="ru-RU" sz="1600" b="1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21AFF81-7EF6-7F7E-16C7-D17759EABF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246" y="706259"/>
            <a:ext cx="1181627" cy="4844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uturistic Background by Slidesgo">
  <a:themeElements>
    <a:clrScheme name="Simple Light">
      <a:dk1>
        <a:srgbClr val="001633"/>
      </a:dk1>
      <a:lt1>
        <a:srgbClr val="FFFFFF"/>
      </a:lt1>
      <a:dk2>
        <a:srgbClr val="85D5E6"/>
      </a:dk2>
      <a:lt2>
        <a:srgbClr val="FFAB40"/>
      </a:lt2>
      <a:accent1>
        <a:srgbClr val="FFAB40"/>
      </a:accent1>
      <a:accent2>
        <a:srgbClr val="85D5E6"/>
      </a:accent2>
      <a:accent3>
        <a:srgbClr val="78909C"/>
      </a:accent3>
      <a:accent4>
        <a:srgbClr val="FFAB40"/>
      </a:accent4>
      <a:accent5>
        <a:srgbClr val="0097A7"/>
      </a:accent5>
      <a:accent6>
        <a:srgbClr val="001633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Futuristic Background _ by Slidesgo</Template>
  <TotalTime>192</TotalTime>
  <Words>321</Words>
  <Application>Microsoft Office PowerPoint</Application>
  <PresentationFormat>Экран (16:9)</PresentationFormat>
  <Paragraphs>65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Montserrat ExtraLight</vt:lpstr>
      <vt:lpstr>Montserrat</vt:lpstr>
      <vt:lpstr>Montserrat ExtraBold</vt:lpstr>
      <vt:lpstr>Futuristic Background by Slidesgo</vt:lpstr>
      <vt:lpstr>РАЗРАБОТКА  АВТОМАТИЗИРОВАННОЙ СИСТЕМЫ КАФЕ</vt:lpstr>
      <vt:lpstr>АКУТУАЛЬНОСТЬ ПРОЕКТА</vt:lpstr>
      <vt:lpstr>Презентация PowerPoint</vt:lpstr>
      <vt:lpstr>1</vt:lpstr>
      <vt:lpstr>Инструменты разработки</vt:lpstr>
      <vt:lpstr>Структура базы данных</vt:lpstr>
      <vt:lpstr>Паттерн проектирования API</vt:lpstr>
      <vt:lpstr>Паттерн проектирования WPF</vt:lpstr>
      <vt:lpstr>Безопасность и API</vt:lpstr>
      <vt:lpstr>Контейнеризация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Bikmacs .</dc:creator>
  <cp:lastModifiedBy>Bikmacs .</cp:lastModifiedBy>
  <cp:revision>4</cp:revision>
  <dcterms:created xsi:type="dcterms:W3CDTF">2026-01-19T13:54:46Z</dcterms:created>
  <dcterms:modified xsi:type="dcterms:W3CDTF">2026-02-11T18:02:56Z</dcterms:modified>
</cp:coreProperties>
</file>